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5"/>
  </p:notesMasterIdLst>
  <p:sldIdLst>
    <p:sldId id="5109" r:id="rId3"/>
    <p:sldId id="5197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3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16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7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8B84342F-F152-87F4-D0E1-5BA1B089D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1:notes">
            <a:extLst>
              <a:ext uri="{FF2B5EF4-FFF2-40B4-BE49-F238E27FC236}">
                <a16:creationId xmlns:a16="http://schemas.microsoft.com/office/drawing/2014/main" id="{B203AFB5-6E2A-A689-2858-C09277161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以上是森永威德</a:t>
            </a:r>
            <a:r>
              <a:rPr lang="en" altLang="zh-TW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zh-TW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與其他吸管袋果凍競品的買者動態比較</a:t>
            </a:r>
            <a:endParaRPr lang="en-US" altLang="zh-TW" sz="12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我們包括從新客</a:t>
            </a:r>
            <a:r>
              <a:rPr lang="en-US" altLang="zh-TW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競品客</a:t>
            </a:r>
            <a:r>
              <a:rPr lang="en-US" altLang="zh-TW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既有客的角度分析，以及從重度買者角度觀察，都看到森永威德</a:t>
            </a:r>
            <a:r>
              <a:rPr lang="en" altLang="zh-TW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zh-TW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在吸管袋果凍市場中穩居領導品牌地位（肯定客戶的語氣）！</a:t>
            </a:r>
            <a:endParaRPr lang="en-US" altLang="zh-TW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98" name="Google Shape;498;p11:notes">
            <a:extLst>
              <a:ext uri="{FF2B5EF4-FFF2-40B4-BE49-F238E27FC236}">
                <a16:creationId xmlns:a16="http://schemas.microsoft.com/office/drawing/2014/main" id="{26B03A81-582D-E77D-D998-4B4DA14E9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D6CCDEC5-E771-513D-D93D-B2F1A9EE8C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zh-TW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351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sz="1600" dirty="0"/>
              <a:t>接下來快速</a:t>
            </a:r>
            <a:r>
              <a:rPr kumimoji="1" lang="en-US" altLang="zh-TW" sz="1600" dirty="0"/>
              <a:t>10</a:t>
            </a:r>
            <a:r>
              <a:rPr kumimoji="1" lang="zh-TW" altLang="en-US" sz="1600" dirty="0"/>
              <a:t>分鐘，和大家分享整份報告看完的針對醫之方行動建議</a:t>
            </a:r>
            <a:endParaRPr kumimoji="1" lang="en-US" altLang="zh-TW" sz="1600" dirty="0"/>
          </a:p>
          <a:p>
            <a:endParaRPr kumimoji="1" lang="en-US" altLang="zh-TW" sz="1600" dirty="0"/>
          </a:p>
          <a:p>
            <a:r>
              <a:rPr kumimoji="1" lang="zh-TW" altLang="en-US" sz="1600" dirty="0"/>
              <a:t>綜合前面豐富的內容，以益生菌市場大方向來說，目前已經進入「存量競爭」階段時，核心動能是人均消費金額（</a:t>
            </a:r>
            <a:r>
              <a:rPr kumimoji="1" lang="en" altLang="zh-TW" sz="1600" dirty="0"/>
              <a:t>RPC +7%</a:t>
            </a:r>
            <a:r>
              <a:rPr kumimoji="1" lang="zh-TW" altLang="en" sz="1600" dirty="0"/>
              <a:t>）</a:t>
            </a:r>
            <a:r>
              <a:rPr kumimoji="1" lang="zh-TW" altLang="en-US" sz="1600" dirty="0"/>
              <a:t>而非人數擴張，這是這個市場明確的訊號，代表吸引舊客留存是一件非常重要的事情。這邊內容是我們針對「台塑生醫</a:t>
            </a:r>
            <a:r>
              <a:rPr kumimoji="1" lang="en" altLang="zh-TW" sz="1600" dirty="0"/>
              <a:t>MD</a:t>
            </a:r>
            <a:r>
              <a:rPr kumimoji="1" lang="zh-TW" altLang="en-US" sz="1600" dirty="0"/>
              <a:t>醫之方」對比「整體市場」結構，會建議策略方向應從「大量拉新」轉向「精準留存 </a:t>
            </a:r>
            <a:r>
              <a:rPr kumimoji="1" lang="en-US" altLang="zh-TW" sz="1600" dirty="0"/>
              <a:t>+ </a:t>
            </a:r>
            <a:r>
              <a:rPr kumimoji="1" lang="zh-TW" altLang="en-US" sz="1600" dirty="0"/>
              <a:t>提高客單</a:t>
            </a:r>
            <a:r>
              <a:rPr kumimoji="1" lang="en" altLang="zh-TW" sz="1600" dirty="0"/>
              <a:t> + </a:t>
            </a:r>
            <a:r>
              <a:rPr kumimoji="1" lang="zh-TW" altLang="en-US" sz="1600" dirty="0"/>
              <a:t>購買頻率提升」，對標市場設定目標，尤其是將買者留存提升到 </a:t>
            </a:r>
            <a:r>
              <a:rPr kumimoji="1" lang="en-US" altLang="zh-TW" sz="1600" dirty="0"/>
              <a:t>36%</a:t>
            </a:r>
            <a:r>
              <a:rPr kumimoji="1" lang="zh-TW" altLang="en-US" sz="1600" dirty="0"/>
              <a:t>、人均年消費對標市場基本盤 </a:t>
            </a:r>
            <a:r>
              <a:rPr kumimoji="1" lang="en" altLang="zh-TW" sz="1600" dirty="0"/>
              <a:t>RPC 3,253 </a:t>
            </a:r>
            <a:r>
              <a:rPr kumimoji="1" lang="zh-TW" altLang="en-US" sz="1600" dirty="0"/>
              <a:t>元。</a:t>
            </a:r>
            <a:endParaRPr kumimoji="1" lang="en-US" altLang="zh-TW" sz="1600" dirty="0"/>
          </a:p>
          <a:p>
            <a:endParaRPr kumimoji="1" lang="en-US" altLang="zh-TW" sz="1600" dirty="0"/>
          </a:p>
          <a:p>
            <a:r>
              <a:rPr kumimoji="1" lang="zh-TW" altLang="en-US" sz="1600" dirty="0"/>
              <a:t>從表格左邊來看，分別是通路視角、舊客視角的關鍵資訊，輔助台塑生醫針對特定通路與客群設定目標</a:t>
            </a:r>
            <a:endParaRPr kumimoji="1" lang="en-US" altLang="zh-TW" sz="1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1E4365-6098-684E-A161-05AD463536AA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6161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>
  <p:cSld name="比較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53A">
              <a:alpha val="80000"/>
            </a:srgbClr>
          </a:solidFill>
          <a:ln w="12700" cap="flat" cmpd="sng">
            <a:solidFill>
              <a:srgbClr val="4268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8" name="Google Shape;78;p6"/>
          <p:cNvGrpSpPr/>
          <p:nvPr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79" name="Google Shape;79;p6"/>
            <p:cNvSpPr/>
            <p:nvPr/>
          </p:nvSpPr>
          <p:spPr>
            <a:xfrm rot="10800000" flipH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" name="Google Shape;80;p6"/>
            <p:cNvSpPr/>
            <p:nvPr/>
          </p:nvSpPr>
          <p:spPr>
            <a:xfrm rot="10800000" flipH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 rot="10800000" flipH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 rot="10800000" flipH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83" name="Google Shape;83;p6"/>
          <p:cNvSpPr txBox="1">
            <a:spLocks noGrp="1"/>
          </p:cNvSpPr>
          <p:nvPr>
            <p:ph type="body" idx="1"/>
          </p:nvPr>
        </p:nvSpPr>
        <p:spPr>
          <a:xfrm>
            <a:off x="1058069" y="3772258"/>
            <a:ext cx="10075862" cy="140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4" name="Google Shape;84;p6"/>
          <p:cNvSpPr>
            <a:spLocks noGrp="1"/>
          </p:cNvSpPr>
          <p:nvPr>
            <p:ph type="pic" idx="2"/>
          </p:nvPr>
        </p:nvSpPr>
        <p:spPr>
          <a:xfrm>
            <a:off x="5589843" y="2418734"/>
            <a:ext cx="1012313" cy="1010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投影片編號版面配置區 1">
            <a:extLst>
              <a:ext uri="{FF2B5EF4-FFF2-40B4-BE49-F238E27FC236}">
                <a16:creationId xmlns:a16="http://schemas.microsoft.com/office/drawing/2014/main" id="{A6BFA66D-6217-EA4A-9E12-B1510FB8B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8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3A732-569E-684E-8BC0-555F46348AD0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3708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圖片版面配置區 26">
            <a:extLst>
              <a:ext uri="{FF2B5EF4-FFF2-40B4-BE49-F238E27FC236}">
                <a16:creationId xmlns:a16="http://schemas.microsoft.com/office/drawing/2014/main" id="{2BC40321-2DFE-4541-87E6-831890A023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429000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31" name="文字版面配置區 30">
            <a:extLst>
              <a:ext uri="{FF2B5EF4-FFF2-40B4-BE49-F238E27FC236}">
                <a16:creationId xmlns:a16="http://schemas.microsoft.com/office/drawing/2014/main" id="{C91B61C8-C9ED-C643-91A7-3D296DE832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09738" y="3708400"/>
            <a:ext cx="10075862" cy="140493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400" b="1" i="0">
                <a:solidFill>
                  <a:schemeClr val="bg1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</a:t>
            </a:r>
          </a:p>
        </p:txBody>
      </p:sp>
      <p:sp>
        <p:nvSpPr>
          <p:cNvPr id="37" name="文字版面配置區 36">
            <a:extLst>
              <a:ext uri="{FF2B5EF4-FFF2-40B4-BE49-F238E27FC236}">
                <a16:creationId xmlns:a16="http://schemas.microsoft.com/office/drawing/2014/main" id="{B44FF310-6294-A642-9FC5-9CE3789B3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2324" y="6160283"/>
            <a:ext cx="3159351" cy="308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A0BC86D2-7B14-104B-8D7A-0E13B0B65C3E}"/>
              </a:ext>
            </a:extLst>
          </p:cNvPr>
          <p:cNvGrpSpPr/>
          <p:nvPr userDrawn="1"/>
        </p:nvGrpSpPr>
        <p:grpSpPr>
          <a:xfrm>
            <a:off x="7937436" y="6077968"/>
            <a:ext cx="1876425" cy="408623"/>
            <a:chOff x="7759700" y="6011708"/>
            <a:chExt cx="1876425" cy="408623"/>
          </a:xfrm>
        </p:grpSpPr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EB517E6-A98F-3B40-8E5E-ABA362A7312C}"/>
                </a:ext>
              </a:extLst>
            </p:cNvPr>
            <p:cNvSpPr txBox="1"/>
            <p:nvPr userDrawn="1"/>
          </p:nvSpPr>
          <p:spPr>
            <a:xfrm>
              <a:off x="7759700" y="6011708"/>
              <a:ext cx="1876425" cy="408623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zh-TW" altLang="en-US" b="0" i="0">
                  <a:solidFill>
                    <a:schemeClr val="bg1"/>
                  </a:solidFill>
                  <a:ea typeface="PingFang TC" panose="020B0400000000000000" pitchFamily="34" charset="-120"/>
                </a:rPr>
                <a:t>行為即時追蹤</a:t>
              </a:r>
            </a:p>
          </p:txBody>
        </p:sp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FA265EB8-B687-0348-9E56-7261B32B11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645" y="6101720"/>
              <a:ext cx="228600" cy="228600"/>
            </a:xfrm>
            <a:prstGeom prst="rect">
              <a:avLst/>
            </a:prstGeom>
          </p:spPr>
        </p:pic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859804CB-5396-A947-AA84-80F13BAFD209}"/>
              </a:ext>
            </a:extLst>
          </p:cNvPr>
          <p:cNvGrpSpPr/>
          <p:nvPr userDrawn="1"/>
        </p:nvGrpSpPr>
        <p:grpSpPr>
          <a:xfrm>
            <a:off x="9919491" y="6077967"/>
            <a:ext cx="1876425" cy="408623"/>
            <a:chOff x="9866483" y="6011707"/>
            <a:chExt cx="1876425" cy="408623"/>
          </a:xfrm>
        </p:grpSpPr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C45743FB-1AA6-7443-B6A3-475D91B86F97}"/>
                </a:ext>
              </a:extLst>
            </p:cNvPr>
            <p:cNvSpPr txBox="1"/>
            <p:nvPr userDrawn="1"/>
          </p:nvSpPr>
          <p:spPr>
            <a:xfrm>
              <a:off x="9866483" y="6011707"/>
              <a:ext cx="1876425" cy="408623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zh-TW" altLang="en-US" b="0" i="0">
                  <a:solidFill>
                    <a:schemeClr val="bg1"/>
                  </a:solidFill>
                  <a:ea typeface="PingFang TC" panose="020B0400000000000000" pitchFamily="34" charset="-120"/>
                </a:rPr>
                <a:t>消費特徵洞察</a:t>
              </a:r>
            </a:p>
          </p:txBody>
        </p:sp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FC351346-684C-1044-B851-9723ED4F43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84551" y="6101720"/>
              <a:ext cx="228600" cy="228600"/>
            </a:xfrm>
            <a:prstGeom prst="rect">
              <a:avLst/>
            </a:prstGeom>
          </p:spPr>
        </p:pic>
      </p:grpSp>
      <p:sp>
        <p:nvSpPr>
          <p:cNvPr id="11" name="投影片編號版面配置區 1">
            <a:extLst>
              <a:ext uri="{FF2B5EF4-FFF2-40B4-BE49-F238E27FC236}">
                <a16:creationId xmlns:a16="http://schemas.microsoft.com/office/drawing/2014/main" id="{3BFD2CE6-4F44-2247-8A83-1C3C7238D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41194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群組 26">
            <a:extLst>
              <a:ext uri="{FF2B5EF4-FFF2-40B4-BE49-F238E27FC236}">
                <a16:creationId xmlns:a16="http://schemas.microsoft.com/office/drawing/2014/main" id="{B271605F-DD58-8141-B10A-2F8B006DAE02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68CCE4B-0C78-C64B-A296-662ACE52DF5A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6AA6DE0-B9B8-B748-A6E9-C9B2285699F7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7DD62C9-DAFF-6D41-B3EE-F4B878F7F59E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BD96C44-D2FA-8545-958E-3F2D0B849F0A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52FC29FA-EE85-D044-A216-EFB2936B12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41" y="444714"/>
            <a:ext cx="1611842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5" name="文字版面配置區 13">
            <a:extLst>
              <a:ext uri="{FF2B5EF4-FFF2-40B4-BE49-F238E27FC236}">
                <a16:creationId xmlns:a16="http://schemas.microsoft.com/office/drawing/2014/main" id="{7F8BB8A9-98B6-2644-99C2-0B0D90A54E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2241" y="2823401"/>
            <a:ext cx="1611842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2</a:t>
            </a:r>
            <a:endParaRPr kumimoji="1" lang="zh-TW" altLang="en-US"/>
          </a:p>
        </p:txBody>
      </p: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FEF6D91B-7DF1-B242-97F0-649783825E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91647" y="412530"/>
            <a:ext cx="9795540" cy="1838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2pPr>
            <a:lvl3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3pPr>
            <a:lvl4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4pPr>
            <a:lvl5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0" name="文字版面配置區 16">
            <a:extLst>
              <a:ext uri="{FF2B5EF4-FFF2-40B4-BE49-F238E27FC236}">
                <a16:creationId xmlns:a16="http://schemas.microsoft.com/office/drawing/2014/main" id="{07A20223-52B1-2E44-AF96-085030A426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91650" y="2790227"/>
            <a:ext cx="9795537" cy="300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2pPr>
            <a:lvl3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3pPr>
            <a:lvl4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4pPr>
            <a:lvl5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2" name="內容版面配置區 21">
            <a:extLst>
              <a:ext uri="{FF2B5EF4-FFF2-40B4-BE49-F238E27FC236}">
                <a16:creationId xmlns:a16="http://schemas.microsoft.com/office/drawing/2014/main" id="{E8EB1DCF-96D8-9542-B93D-56A8335D4CD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991648" y="3339548"/>
            <a:ext cx="9795540" cy="20833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pic>
        <p:nvPicPr>
          <p:cNvPr id="23" name="圖片 22" descr="一張含有 文字, 美工圖案, 餐具 的圖片&#10;&#10;自動產生的描述">
            <a:extLst>
              <a:ext uri="{FF2B5EF4-FFF2-40B4-BE49-F238E27FC236}">
                <a16:creationId xmlns:a16="http://schemas.microsoft.com/office/drawing/2014/main" id="{C962AF3E-2AFD-2D42-8DFF-061A6920CA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3149" y="5946945"/>
            <a:ext cx="1184038" cy="510633"/>
          </a:xfrm>
          <a:prstGeom prst="rect">
            <a:avLst/>
          </a:prstGeom>
        </p:spPr>
      </p:pic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C3142B5C-EDDA-5641-BA2D-7BD3DD7A1D3E}"/>
              </a:ext>
            </a:extLst>
          </p:cNvPr>
          <p:cNvCxnSpPr/>
          <p:nvPr userDrawn="1"/>
        </p:nvCxnSpPr>
        <p:spPr>
          <a:xfrm>
            <a:off x="10447506" y="594694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圖片 25" descr="一張含有 文字, 美工圖案, 餐具 的圖片&#10;&#10;自動產生的描述">
            <a:extLst>
              <a:ext uri="{FF2B5EF4-FFF2-40B4-BE49-F238E27FC236}">
                <a16:creationId xmlns:a16="http://schemas.microsoft.com/office/drawing/2014/main" id="{FFD90458-7304-7B44-84B0-7CAE0BDB6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7826" y="5946945"/>
            <a:ext cx="1184038" cy="510633"/>
          </a:xfrm>
          <a:prstGeom prst="rect">
            <a:avLst/>
          </a:prstGeom>
        </p:spPr>
      </p:pic>
      <p:sp>
        <p:nvSpPr>
          <p:cNvPr id="16" name="投影片編號版面配置區 1">
            <a:extLst>
              <a:ext uri="{FF2B5EF4-FFF2-40B4-BE49-F238E27FC236}">
                <a16:creationId xmlns:a16="http://schemas.microsoft.com/office/drawing/2014/main" id="{5C162137-1E50-6D47-9E0C-5E0BEFCD2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829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D5485EB-14E0-0244-8F9F-49F07762CBC8}"/>
              </a:ext>
            </a:extLst>
          </p:cNvPr>
          <p:cNvSpPr/>
          <p:nvPr userDrawn="1"/>
        </p:nvSpPr>
        <p:spPr>
          <a:xfrm flipV="1">
            <a:off x="0" y="1"/>
            <a:ext cx="6008914" cy="104836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8FE6E-199B-8E45-A53F-7E3987F55C8B}"/>
              </a:ext>
            </a:extLst>
          </p:cNvPr>
          <p:cNvSpPr/>
          <p:nvPr userDrawn="1"/>
        </p:nvSpPr>
        <p:spPr>
          <a:xfrm flipV="1">
            <a:off x="6008914" y="1"/>
            <a:ext cx="3660603" cy="104836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EDD0E1-F049-F346-A4A3-FE7E782A0B09}"/>
              </a:ext>
            </a:extLst>
          </p:cNvPr>
          <p:cNvSpPr/>
          <p:nvPr userDrawn="1"/>
        </p:nvSpPr>
        <p:spPr>
          <a:xfrm flipV="1">
            <a:off x="9669517" y="1"/>
            <a:ext cx="1545021" cy="104836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87B3B9-B804-6F46-B464-5608DF63B759}"/>
              </a:ext>
            </a:extLst>
          </p:cNvPr>
          <p:cNvSpPr/>
          <p:nvPr userDrawn="1"/>
        </p:nvSpPr>
        <p:spPr>
          <a:xfrm flipV="1">
            <a:off x="11214538" y="0"/>
            <a:ext cx="977462" cy="10483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3" name="文字版面配置區 13">
            <a:extLst>
              <a:ext uri="{FF2B5EF4-FFF2-40B4-BE49-F238E27FC236}">
                <a16:creationId xmlns:a16="http://schemas.microsoft.com/office/drawing/2014/main" id="{29DA26E9-C0BB-A440-AA85-CF7ADC3CC5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41" y="444714"/>
            <a:ext cx="2325764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pic>
        <p:nvPicPr>
          <p:cNvPr id="14" name="圖片 13" descr="一張含有 文字, 美工圖案, 餐具 的圖片&#10;&#10;自動產生的描述">
            <a:extLst>
              <a:ext uri="{FF2B5EF4-FFF2-40B4-BE49-F238E27FC236}">
                <a16:creationId xmlns:a16="http://schemas.microsoft.com/office/drawing/2014/main" id="{74C604FD-4695-CD45-848E-34AA58CCA5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3149" y="5946945"/>
            <a:ext cx="1184038" cy="510633"/>
          </a:xfrm>
          <a:prstGeom prst="rect">
            <a:avLst/>
          </a:prstGeom>
        </p:spPr>
      </p:pic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3FE58E36-95A0-664E-B4D4-EB8C17366C98}"/>
              </a:ext>
            </a:extLst>
          </p:cNvPr>
          <p:cNvCxnSpPr/>
          <p:nvPr userDrawn="1"/>
        </p:nvCxnSpPr>
        <p:spPr>
          <a:xfrm>
            <a:off x="10447506" y="594694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內容版面配置區 21">
            <a:extLst>
              <a:ext uri="{FF2B5EF4-FFF2-40B4-BE49-F238E27FC236}">
                <a16:creationId xmlns:a16="http://schemas.microsoft.com/office/drawing/2014/main" id="{F3C8251B-AA1A-5043-883F-C6C7C950B8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100" y="1302103"/>
            <a:ext cx="11366019" cy="4286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11" name="投影片編號版面配置區 1">
            <a:extLst>
              <a:ext uri="{FF2B5EF4-FFF2-40B4-BE49-F238E27FC236}">
                <a16:creationId xmlns:a16="http://schemas.microsoft.com/office/drawing/2014/main" id="{EBABDDD5-E114-9849-95D6-2C3A7DE16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2551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0F0E530E-6807-694C-B6E8-36CC3D7D516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30457" y="1192891"/>
          <a:ext cx="11520000" cy="430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843387566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314176186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1534818118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929882952"/>
                    </a:ext>
                  </a:extLst>
                </a:gridCol>
              </a:tblGrid>
              <a:tr h="430648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076370"/>
                  </a:ext>
                </a:extLst>
              </a:tr>
            </a:tbl>
          </a:graphicData>
        </a:graphic>
      </p:graphicFrame>
      <p:sp>
        <p:nvSpPr>
          <p:cNvPr id="56" name="文字方塊 55">
            <a:extLst>
              <a:ext uri="{FF2B5EF4-FFF2-40B4-BE49-F238E27FC236}">
                <a16:creationId xmlns:a16="http://schemas.microsoft.com/office/drawing/2014/main" id="{269AB71D-2BA8-7C42-A8B2-AD9AAE2175A3}"/>
              </a:ext>
            </a:extLst>
          </p:cNvPr>
          <p:cNvSpPr txBox="1"/>
          <p:nvPr userDrawn="1"/>
        </p:nvSpPr>
        <p:spPr>
          <a:xfrm>
            <a:off x="764770" y="953537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D78D66-2D41-694B-BE10-B07A4BED98B6}"/>
              </a:ext>
            </a:extLst>
          </p:cNvPr>
          <p:cNvSpPr/>
          <p:nvPr userDrawn="1"/>
        </p:nvSpPr>
        <p:spPr>
          <a:xfrm flipV="1">
            <a:off x="0" y="1"/>
            <a:ext cx="6008914" cy="104836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D5DED0-B40C-ED42-8A9C-46936FA818B8}"/>
              </a:ext>
            </a:extLst>
          </p:cNvPr>
          <p:cNvSpPr/>
          <p:nvPr userDrawn="1"/>
        </p:nvSpPr>
        <p:spPr>
          <a:xfrm flipV="1">
            <a:off x="6008914" y="1"/>
            <a:ext cx="3660603" cy="104836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47B182-DD04-354C-BE4C-7A84ED101D9D}"/>
              </a:ext>
            </a:extLst>
          </p:cNvPr>
          <p:cNvSpPr/>
          <p:nvPr userDrawn="1"/>
        </p:nvSpPr>
        <p:spPr>
          <a:xfrm flipV="1">
            <a:off x="9669517" y="1"/>
            <a:ext cx="1545021" cy="104836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932012-A735-0146-8722-EECB64C444FE}"/>
              </a:ext>
            </a:extLst>
          </p:cNvPr>
          <p:cNvSpPr/>
          <p:nvPr userDrawn="1"/>
        </p:nvSpPr>
        <p:spPr>
          <a:xfrm flipV="1">
            <a:off x="11214538" y="0"/>
            <a:ext cx="977462" cy="10483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6" name="文字版面配置區 13">
            <a:extLst>
              <a:ext uri="{FF2B5EF4-FFF2-40B4-BE49-F238E27FC236}">
                <a16:creationId xmlns:a16="http://schemas.microsoft.com/office/drawing/2014/main" id="{88A9E4BD-B0A4-954E-A3C8-C3F8B91856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41" y="444714"/>
            <a:ext cx="2325764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pic>
        <p:nvPicPr>
          <p:cNvPr id="17" name="圖片 16" descr="一張含有 文字, 美工圖案, 餐具 的圖片&#10;&#10;自動產生的描述">
            <a:extLst>
              <a:ext uri="{FF2B5EF4-FFF2-40B4-BE49-F238E27FC236}">
                <a16:creationId xmlns:a16="http://schemas.microsoft.com/office/drawing/2014/main" id="{B81F6AC9-2DD5-0B4F-BB9C-4399717BE7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3149" y="5946945"/>
            <a:ext cx="1184038" cy="510633"/>
          </a:xfrm>
          <a:prstGeom prst="rect">
            <a:avLst/>
          </a:prstGeom>
        </p:spPr>
      </p:pic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38111E8B-9E62-3F47-AC76-CC98D073B8E9}"/>
              </a:ext>
            </a:extLst>
          </p:cNvPr>
          <p:cNvCxnSpPr/>
          <p:nvPr userDrawn="1"/>
        </p:nvCxnSpPr>
        <p:spPr>
          <a:xfrm>
            <a:off x="10447506" y="594694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C2B506B8-E092-3E44-9534-33705827DC23}"/>
              </a:ext>
            </a:extLst>
          </p:cNvPr>
          <p:cNvSpPr/>
          <p:nvPr userDrawn="1"/>
        </p:nvSpPr>
        <p:spPr>
          <a:xfrm flipV="1">
            <a:off x="0" y="1"/>
            <a:ext cx="6008914" cy="104836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C07DA6B-1C2C-794E-BE85-D1B5D6E59911}"/>
              </a:ext>
            </a:extLst>
          </p:cNvPr>
          <p:cNvSpPr/>
          <p:nvPr userDrawn="1"/>
        </p:nvSpPr>
        <p:spPr>
          <a:xfrm flipV="1">
            <a:off x="6008914" y="1"/>
            <a:ext cx="3660603" cy="104836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04E52EF-4DB2-074F-ABBE-238D8B6E9598}"/>
              </a:ext>
            </a:extLst>
          </p:cNvPr>
          <p:cNvSpPr/>
          <p:nvPr userDrawn="1"/>
        </p:nvSpPr>
        <p:spPr>
          <a:xfrm flipV="1">
            <a:off x="9669517" y="1"/>
            <a:ext cx="1545021" cy="104836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75DD59-ED33-FA4D-B858-D40084FB978F}"/>
              </a:ext>
            </a:extLst>
          </p:cNvPr>
          <p:cNvSpPr/>
          <p:nvPr userDrawn="1"/>
        </p:nvSpPr>
        <p:spPr>
          <a:xfrm flipV="1">
            <a:off x="11214538" y="0"/>
            <a:ext cx="977462" cy="10483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C0D3DE89-5338-3642-981D-E5C844C0BEBD}"/>
              </a:ext>
            </a:extLst>
          </p:cNvPr>
          <p:cNvCxnSpPr/>
          <p:nvPr userDrawn="1"/>
        </p:nvCxnSpPr>
        <p:spPr>
          <a:xfrm>
            <a:off x="10446291" y="594255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F3810F3D-2907-C744-856D-D5960D0E61AA}"/>
              </a:ext>
            </a:extLst>
          </p:cNvPr>
          <p:cNvSpPr/>
          <p:nvPr userDrawn="1"/>
        </p:nvSpPr>
        <p:spPr>
          <a:xfrm>
            <a:off x="0" y="3102529"/>
            <a:ext cx="4803775" cy="252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F5F9BA0-A9E0-F940-ADB7-0512FE7C887F}"/>
              </a:ext>
            </a:extLst>
          </p:cNvPr>
          <p:cNvSpPr/>
          <p:nvPr userDrawn="1"/>
        </p:nvSpPr>
        <p:spPr>
          <a:xfrm>
            <a:off x="4803775" y="3102528"/>
            <a:ext cx="3023641" cy="25200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095E5BC-051E-9D40-9B9D-2ADC18A3EA94}"/>
              </a:ext>
            </a:extLst>
          </p:cNvPr>
          <p:cNvSpPr/>
          <p:nvPr userDrawn="1"/>
        </p:nvSpPr>
        <p:spPr>
          <a:xfrm>
            <a:off x="7827415" y="3109713"/>
            <a:ext cx="4364585" cy="25200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7" name="投影片編號版面配置區 1">
            <a:extLst>
              <a:ext uri="{FF2B5EF4-FFF2-40B4-BE49-F238E27FC236}">
                <a16:creationId xmlns:a16="http://schemas.microsoft.com/office/drawing/2014/main" id="{054300C3-07C3-0246-9EA2-DEAE36A0F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FC83059-6835-4E40-A1D9-A49C36F75833}"/>
              </a:ext>
            </a:extLst>
          </p:cNvPr>
          <p:cNvSpPr txBox="1"/>
          <p:nvPr userDrawn="1"/>
        </p:nvSpPr>
        <p:spPr>
          <a:xfrm>
            <a:off x="3775692" y="955932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2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B7456B4-5BDC-CF4D-B718-6DD2F6141D41}"/>
              </a:ext>
            </a:extLst>
          </p:cNvPr>
          <p:cNvSpPr txBox="1"/>
          <p:nvPr userDrawn="1"/>
        </p:nvSpPr>
        <p:spPr>
          <a:xfrm>
            <a:off x="6667864" y="958327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3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66F562B-7B2E-7F4D-A869-B1FB614506B2}"/>
              </a:ext>
            </a:extLst>
          </p:cNvPr>
          <p:cNvSpPr txBox="1"/>
          <p:nvPr userDrawn="1"/>
        </p:nvSpPr>
        <p:spPr>
          <a:xfrm>
            <a:off x="9441285" y="960721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7297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方塊 22">
            <a:extLst>
              <a:ext uri="{FF2B5EF4-FFF2-40B4-BE49-F238E27FC236}">
                <a16:creationId xmlns:a16="http://schemas.microsoft.com/office/drawing/2014/main" id="{BCE92713-646C-B443-AC31-6F04E2537962}"/>
              </a:ext>
            </a:extLst>
          </p:cNvPr>
          <p:cNvSpPr txBox="1"/>
          <p:nvPr userDrawn="1"/>
        </p:nvSpPr>
        <p:spPr>
          <a:xfrm>
            <a:off x="4153277" y="1245897"/>
            <a:ext cx="16419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5</a:t>
            </a:r>
            <a:endParaRPr kumimoji="1" lang="zh-TW" altLang="en-US" sz="20000" b="1" i="0">
              <a:solidFill>
                <a:srgbClr val="383C4F"/>
              </a:solidFill>
              <a:latin typeface="PingFang TC Semibold" panose="020B0400000000000000" pitchFamily="34" charset="-120"/>
              <a:ea typeface="PingFang TC Semibold" panose="020B0400000000000000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3CB2B59-A270-A747-B44F-B3270B73EE8A}"/>
              </a:ext>
            </a:extLst>
          </p:cNvPr>
          <p:cNvSpPr txBox="1"/>
          <p:nvPr userDrawn="1"/>
        </p:nvSpPr>
        <p:spPr>
          <a:xfrm>
            <a:off x="725490" y="1245898"/>
            <a:ext cx="16419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4</a:t>
            </a:r>
            <a:endParaRPr kumimoji="1" lang="zh-TW" altLang="en-US" sz="20000" b="1" i="0">
              <a:solidFill>
                <a:srgbClr val="383C4F"/>
              </a:solidFill>
              <a:latin typeface="PingFang TC Semibold" panose="020B0400000000000000" pitchFamily="34" charset="-120"/>
              <a:ea typeface="PingFang TC Semibold" panose="020B0400000000000000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D68AD6-CCF2-4040-A703-8FC0B33507DA}"/>
              </a:ext>
            </a:extLst>
          </p:cNvPr>
          <p:cNvSpPr/>
          <p:nvPr userDrawn="1"/>
        </p:nvSpPr>
        <p:spPr>
          <a:xfrm flipV="1">
            <a:off x="0" y="1"/>
            <a:ext cx="6008914" cy="104836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1CD37C-CB4E-B444-8D41-08224AEA6584}"/>
              </a:ext>
            </a:extLst>
          </p:cNvPr>
          <p:cNvSpPr/>
          <p:nvPr userDrawn="1"/>
        </p:nvSpPr>
        <p:spPr>
          <a:xfrm flipV="1">
            <a:off x="6008914" y="1"/>
            <a:ext cx="3660603" cy="104836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206E31-9031-AA4D-8BC9-985FE2B0EBB7}"/>
              </a:ext>
            </a:extLst>
          </p:cNvPr>
          <p:cNvSpPr/>
          <p:nvPr userDrawn="1"/>
        </p:nvSpPr>
        <p:spPr>
          <a:xfrm flipV="1">
            <a:off x="9669517" y="1"/>
            <a:ext cx="1545021" cy="104836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BC62E0-DC97-0B4C-BD82-2B210EB4AE44}"/>
              </a:ext>
            </a:extLst>
          </p:cNvPr>
          <p:cNvSpPr/>
          <p:nvPr userDrawn="1"/>
        </p:nvSpPr>
        <p:spPr>
          <a:xfrm flipV="1">
            <a:off x="11214538" y="0"/>
            <a:ext cx="977462" cy="10483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8" name="文字版面配置區 13">
            <a:extLst>
              <a:ext uri="{FF2B5EF4-FFF2-40B4-BE49-F238E27FC236}">
                <a16:creationId xmlns:a16="http://schemas.microsoft.com/office/drawing/2014/main" id="{0623ED60-87A5-8946-A430-4EE7632B60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41" y="444714"/>
            <a:ext cx="2325764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pic>
        <p:nvPicPr>
          <p:cNvPr id="9" name="圖片 8" descr="一張含有 文字, 美工圖案, 餐具 的圖片&#10;&#10;自動產生的描述">
            <a:extLst>
              <a:ext uri="{FF2B5EF4-FFF2-40B4-BE49-F238E27FC236}">
                <a16:creationId xmlns:a16="http://schemas.microsoft.com/office/drawing/2014/main" id="{87509AF3-A506-AC40-8F64-FE979A07BC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3149" y="5946945"/>
            <a:ext cx="1184038" cy="510633"/>
          </a:xfrm>
          <a:prstGeom prst="rect">
            <a:avLst/>
          </a:prstGeom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74965F47-7DE9-5E4A-B426-1C5325CB0C14}"/>
              </a:ext>
            </a:extLst>
          </p:cNvPr>
          <p:cNvCxnSpPr/>
          <p:nvPr userDrawn="1"/>
        </p:nvCxnSpPr>
        <p:spPr>
          <a:xfrm>
            <a:off x="10447506" y="594694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99E569-A5D2-2648-A5C9-3122922EF2FB}"/>
              </a:ext>
            </a:extLst>
          </p:cNvPr>
          <p:cNvSpPr/>
          <p:nvPr userDrawn="1"/>
        </p:nvSpPr>
        <p:spPr>
          <a:xfrm flipV="1">
            <a:off x="0" y="1"/>
            <a:ext cx="6008914" cy="104836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E3A023-78DB-9543-94A1-8E1E99FBA8C0}"/>
              </a:ext>
            </a:extLst>
          </p:cNvPr>
          <p:cNvSpPr/>
          <p:nvPr userDrawn="1"/>
        </p:nvSpPr>
        <p:spPr>
          <a:xfrm flipV="1">
            <a:off x="6008914" y="1"/>
            <a:ext cx="3660603" cy="104836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08FC11-7DA0-8045-BB84-659EDF51252E}"/>
              </a:ext>
            </a:extLst>
          </p:cNvPr>
          <p:cNvSpPr/>
          <p:nvPr userDrawn="1"/>
        </p:nvSpPr>
        <p:spPr>
          <a:xfrm flipV="1">
            <a:off x="9669517" y="1"/>
            <a:ext cx="1545021" cy="104836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F066F8-D097-8047-973E-45A7353EB673}"/>
              </a:ext>
            </a:extLst>
          </p:cNvPr>
          <p:cNvSpPr/>
          <p:nvPr userDrawn="1"/>
        </p:nvSpPr>
        <p:spPr>
          <a:xfrm flipV="1">
            <a:off x="11214538" y="0"/>
            <a:ext cx="977462" cy="10483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6" name="文字版面配置區 13">
            <a:extLst>
              <a:ext uri="{FF2B5EF4-FFF2-40B4-BE49-F238E27FC236}">
                <a16:creationId xmlns:a16="http://schemas.microsoft.com/office/drawing/2014/main" id="{91D00BC7-D5D4-014E-B345-F340F5CB45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60994" y="2764464"/>
            <a:ext cx="2488492" cy="5761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bg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br>
              <a:rPr kumimoji="1" lang="en-US" altLang="zh-TW"/>
            </a:b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66ACCE22-750C-2541-A7BD-1CEEA78237FD}"/>
              </a:ext>
            </a:extLst>
          </p:cNvPr>
          <p:cNvCxnSpPr/>
          <p:nvPr userDrawn="1"/>
        </p:nvCxnSpPr>
        <p:spPr>
          <a:xfrm>
            <a:off x="10446291" y="594255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F73B781-C91A-D547-8010-38CBA153F516}"/>
              </a:ext>
            </a:extLst>
          </p:cNvPr>
          <p:cNvSpPr/>
          <p:nvPr userDrawn="1"/>
        </p:nvSpPr>
        <p:spPr>
          <a:xfrm>
            <a:off x="0" y="3606351"/>
            <a:ext cx="4803775" cy="252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4873FF-B824-3046-8FDE-3D5453E9B6B0}"/>
              </a:ext>
            </a:extLst>
          </p:cNvPr>
          <p:cNvSpPr/>
          <p:nvPr userDrawn="1"/>
        </p:nvSpPr>
        <p:spPr>
          <a:xfrm>
            <a:off x="4803775" y="3606350"/>
            <a:ext cx="3023641" cy="25200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2FE49A-5E70-5E4A-B692-A095741494C6}"/>
              </a:ext>
            </a:extLst>
          </p:cNvPr>
          <p:cNvSpPr/>
          <p:nvPr userDrawn="1"/>
        </p:nvSpPr>
        <p:spPr>
          <a:xfrm>
            <a:off x="7827415" y="3601960"/>
            <a:ext cx="4364585" cy="25200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F510BFB-2DDE-B74C-BAFE-78F1E4D80626}"/>
              </a:ext>
            </a:extLst>
          </p:cNvPr>
          <p:cNvSpPr txBox="1"/>
          <p:nvPr userDrawn="1"/>
        </p:nvSpPr>
        <p:spPr>
          <a:xfrm>
            <a:off x="8254977" y="1203176"/>
            <a:ext cx="16419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6</a:t>
            </a:r>
            <a:endParaRPr kumimoji="1" lang="zh-TW" altLang="en-US" sz="20000" b="1" i="0">
              <a:solidFill>
                <a:srgbClr val="383C4F"/>
              </a:solidFill>
              <a:latin typeface="PingFang TC Semibold" panose="020B0400000000000000" pitchFamily="34" charset="-120"/>
              <a:ea typeface="PingFang TC Semibold" panose="020B0400000000000000" pitchFamily="34" charset="-120"/>
            </a:endParaRPr>
          </a:p>
        </p:txBody>
      </p:sp>
      <p:sp>
        <p:nvSpPr>
          <p:cNvPr id="25" name="文字版面配置區 13">
            <a:extLst>
              <a:ext uri="{FF2B5EF4-FFF2-40B4-BE49-F238E27FC236}">
                <a16:creationId xmlns:a16="http://schemas.microsoft.com/office/drawing/2014/main" id="{B887713C-E1EB-DA47-97DC-A8A8FC95F5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09045" y="2777211"/>
            <a:ext cx="2488492" cy="5761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bg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br>
              <a:rPr kumimoji="1" lang="en-US" altLang="zh-TW"/>
            </a:b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</a:p>
        </p:txBody>
      </p:sp>
      <p:sp>
        <p:nvSpPr>
          <p:cNvPr id="26" name="文字版面配置區 13">
            <a:extLst>
              <a:ext uri="{FF2B5EF4-FFF2-40B4-BE49-F238E27FC236}">
                <a16:creationId xmlns:a16="http://schemas.microsoft.com/office/drawing/2014/main" id="{B7118709-0841-BD42-8374-512BF09A34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9689" y="2778357"/>
            <a:ext cx="2488492" cy="5761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bg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br>
              <a:rPr kumimoji="1" lang="en-US" altLang="zh-TW"/>
            </a:b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</a:p>
        </p:txBody>
      </p:sp>
      <p:sp>
        <p:nvSpPr>
          <p:cNvPr id="27" name="文字版面配置區 2">
            <a:extLst>
              <a:ext uri="{FF2B5EF4-FFF2-40B4-BE49-F238E27FC236}">
                <a16:creationId xmlns:a16="http://schemas.microsoft.com/office/drawing/2014/main" id="{9A5995EC-6EEF-8846-9003-32C256B869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60995" y="3933081"/>
            <a:ext cx="2488490" cy="125730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8" name="文字版面配置區 2">
            <a:extLst>
              <a:ext uri="{FF2B5EF4-FFF2-40B4-BE49-F238E27FC236}">
                <a16:creationId xmlns:a16="http://schemas.microsoft.com/office/drawing/2014/main" id="{F9BA0321-3C17-9C42-BC89-98CFB5256B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09046" y="3933081"/>
            <a:ext cx="2488490" cy="125730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9" name="文字版面配置區 2">
            <a:extLst>
              <a:ext uri="{FF2B5EF4-FFF2-40B4-BE49-F238E27FC236}">
                <a16:creationId xmlns:a16="http://schemas.microsoft.com/office/drawing/2014/main" id="{E9A8BB7F-E48A-6649-928D-A9A6EF0759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65255" y="3919227"/>
            <a:ext cx="2488490" cy="125730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0" name="投影片編號版面配置區 1">
            <a:extLst>
              <a:ext uri="{FF2B5EF4-FFF2-40B4-BE49-F238E27FC236}">
                <a16:creationId xmlns:a16="http://schemas.microsoft.com/office/drawing/2014/main" id="{03155F5E-EDCF-AF48-B9E7-860E2CCFA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87533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群組 26">
            <a:extLst>
              <a:ext uri="{FF2B5EF4-FFF2-40B4-BE49-F238E27FC236}">
                <a16:creationId xmlns:a16="http://schemas.microsoft.com/office/drawing/2014/main" id="{B271605F-DD58-8141-B10A-2F8B006DAE02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68CCE4B-0C78-C64B-A296-662ACE52DF5A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6AA6DE0-B9B8-B748-A6E9-C9B2285699F7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7DD62C9-DAFF-6D41-B3EE-F4B878F7F59E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BD96C44-D2FA-8545-958E-3F2D0B849F0A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52FC29FA-EE85-D044-A216-EFB2936B12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41" y="444714"/>
            <a:ext cx="1611842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5" name="文字版面配置區 13">
            <a:extLst>
              <a:ext uri="{FF2B5EF4-FFF2-40B4-BE49-F238E27FC236}">
                <a16:creationId xmlns:a16="http://schemas.microsoft.com/office/drawing/2014/main" id="{7F8BB8A9-98B6-2644-99C2-0B0D90A54E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2241" y="2823401"/>
            <a:ext cx="1611842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2</a:t>
            </a:r>
            <a:endParaRPr kumimoji="1" lang="zh-TW" altLang="en-US"/>
          </a:p>
        </p:txBody>
      </p: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FEF6D91B-7DF1-B242-97F0-649783825E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91647" y="412530"/>
            <a:ext cx="9795540" cy="1838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2pPr>
            <a:lvl3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3pPr>
            <a:lvl4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4pPr>
            <a:lvl5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0" name="文字版面配置區 16">
            <a:extLst>
              <a:ext uri="{FF2B5EF4-FFF2-40B4-BE49-F238E27FC236}">
                <a16:creationId xmlns:a16="http://schemas.microsoft.com/office/drawing/2014/main" id="{07A20223-52B1-2E44-AF96-085030A426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91650" y="2790227"/>
            <a:ext cx="9795537" cy="300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2pPr>
            <a:lvl3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3pPr>
            <a:lvl4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4pPr>
            <a:lvl5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2" name="內容版面配置區 21">
            <a:extLst>
              <a:ext uri="{FF2B5EF4-FFF2-40B4-BE49-F238E27FC236}">
                <a16:creationId xmlns:a16="http://schemas.microsoft.com/office/drawing/2014/main" id="{E8EB1DCF-96D8-9542-B93D-56A8335D4CD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991648" y="3339548"/>
            <a:ext cx="9795540" cy="20833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pic>
        <p:nvPicPr>
          <p:cNvPr id="23" name="圖片 22" descr="一張含有 文字, 美工圖案, 餐具 的圖片&#10;&#10;自動產生的描述">
            <a:extLst>
              <a:ext uri="{FF2B5EF4-FFF2-40B4-BE49-F238E27FC236}">
                <a16:creationId xmlns:a16="http://schemas.microsoft.com/office/drawing/2014/main" id="{C962AF3E-2AFD-2D42-8DFF-061A6920CA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3149" y="5946945"/>
            <a:ext cx="1184038" cy="510633"/>
          </a:xfrm>
          <a:prstGeom prst="rect">
            <a:avLst/>
          </a:prstGeom>
        </p:spPr>
      </p:pic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C3142B5C-EDDA-5641-BA2D-7BD3DD7A1D3E}"/>
              </a:ext>
            </a:extLst>
          </p:cNvPr>
          <p:cNvCxnSpPr/>
          <p:nvPr userDrawn="1"/>
        </p:nvCxnSpPr>
        <p:spPr>
          <a:xfrm>
            <a:off x="10447506" y="594694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圖片 25" descr="一張含有 文字, 美工圖案, 餐具 的圖片&#10;&#10;自動產生的描述">
            <a:extLst>
              <a:ext uri="{FF2B5EF4-FFF2-40B4-BE49-F238E27FC236}">
                <a16:creationId xmlns:a16="http://schemas.microsoft.com/office/drawing/2014/main" id="{FFD90458-7304-7B44-84B0-7CAE0BDB6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7826" y="5946945"/>
            <a:ext cx="1184038" cy="510633"/>
          </a:xfrm>
          <a:prstGeom prst="rect">
            <a:avLst/>
          </a:prstGeom>
        </p:spPr>
      </p:pic>
      <p:sp>
        <p:nvSpPr>
          <p:cNvPr id="16" name="投影片編號版面配置區 1">
            <a:extLst>
              <a:ext uri="{FF2B5EF4-FFF2-40B4-BE49-F238E27FC236}">
                <a16:creationId xmlns:a16="http://schemas.microsoft.com/office/drawing/2014/main" id="{5C162137-1E50-6D47-9E0C-5E0BEFCD2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6201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D5485EB-14E0-0244-8F9F-49F07762CBC8}"/>
              </a:ext>
            </a:extLst>
          </p:cNvPr>
          <p:cNvSpPr/>
          <p:nvPr userDrawn="1"/>
        </p:nvSpPr>
        <p:spPr>
          <a:xfrm flipV="1">
            <a:off x="0" y="1"/>
            <a:ext cx="6008914" cy="104836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8FE6E-199B-8E45-A53F-7E3987F55C8B}"/>
              </a:ext>
            </a:extLst>
          </p:cNvPr>
          <p:cNvSpPr/>
          <p:nvPr userDrawn="1"/>
        </p:nvSpPr>
        <p:spPr>
          <a:xfrm flipV="1">
            <a:off x="6008914" y="1"/>
            <a:ext cx="3660603" cy="104836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EDD0E1-F049-F346-A4A3-FE7E782A0B09}"/>
              </a:ext>
            </a:extLst>
          </p:cNvPr>
          <p:cNvSpPr/>
          <p:nvPr userDrawn="1"/>
        </p:nvSpPr>
        <p:spPr>
          <a:xfrm flipV="1">
            <a:off x="9669517" y="1"/>
            <a:ext cx="1545021" cy="104836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87B3B9-B804-6F46-B464-5608DF63B759}"/>
              </a:ext>
            </a:extLst>
          </p:cNvPr>
          <p:cNvSpPr/>
          <p:nvPr userDrawn="1"/>
        </p:nvSpPr>
        <p:spPr>
          <a:xfrm flipV="1">
            <a:off x="11214538" y="0"/>
            <a:ext cx="977462" cy="10483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3" name="文字版面配置區 13">
            <a:extLst>
              <a:ext uri="{FF2B5EF4-FFF2-40B4-BE49-F238E27FC236}">
                <a16:creationId xmlns:a16="http://schemas.microsoft.com/office/drawing/2014/main" id="{29DA26E9-C0BB-A440-AA85-CF7ADC3CC5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41" y="444714"/>
            <a:ext cx="2325764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pic>
        <p:nvPicPr>
          <p:cNvPr id="14" name="圖片 13" descr="一張含有 文字, 美工圖案, 餐具 的圖片&#10;&#10;自動產生的描述">
            <a:extLst>
              <a:ext uri="{FF2B5EF4-FFF2-40B4-BE49-F238E27FC236}">
                <a16:creationId xmlns:a16="http://schemas.microsoft.com/office/drawing/2014/main" id="{74C604FD-4695-CD45-848E-34AA58CCA5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3149" y="5946945"/>
            <a:ext cx="1184038" cy="510633"/>
          </a:xfrm>
          <a:prstGeom prst="rect">
            <a:avLst/>
          </a:prstGeom>
        </p:spPr>
      </p:pic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3FE58E36-95A0-664E-B4D4-EB8C17366C98}"/>
              </a:ext>
            </a:extLst>
          </p:cNvPr>
          <p:cNvCxnSpPr/>
          <p:nvPr userDrawn="1"/>
        </p:nvCxnSpPr>
        <p:spPr>
          <a:xfrm>
            <a:off x="10447506" y="594694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內容版面配置區 21">
            <a:extLst>
              <a:ext uri="{FF2B5EF4-FFF2-40B4-BE49-F238E27FC236}">
                <a16:creationId xmlns:a16="http://schemas.microsoft.com/office/drawing/2014/main" id="{F3C8251B-AA1A-5043-883F-C6C7C950B8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100" y="1302103"/>
            <a:ext cx="11366019" cy="4286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11" name="投影片編號版面配置區 1">
            <a:extLst>
              <a:ext uri="{FF2B5EF4-FFF2-40B4-BE49-F238E27FC236}">
                <a16:creationId xmlns:a16="http://schemas.microsoft.com/office/drawing/2014/main" id="{EBABDDD5-E114-9849-95D6-2C3A7DE16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6524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0F0E530E-6807-694C-B6E8-36CC3D7D516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30459" y="1192891"/>
          <a:ext cx="11872872" cy="430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812">
                  <a:extLst>
                    <a:ext uri="{9D8B030D-6E8A-4147-A177-3AD203B41FA5}">
                      <a16:colId xmlns:a16="http://schemas.microsoft.com/office/drawing/2014/main" val="2843387566"/>
                    </a:ext>
                  </a:extLst>
                </a:gridCol>
                <a:gridCol w="1978812">
                  <a:extLst>
                    <a:ext uri="{9D8B030D-6E8A-4147-A177-3AD203B41FA5}">
                      <a16:colId xmlns:a16="http://schemas.microsoft.com/office/drawing/2014/main" val="3314176186"/>
                    </a:ext>
                  </a:extLst>
                </a:gridCol>
                <a:gridCol w="1978812">
                  <a:extLst>
                    <a:ext uri="{9D8B030D-6E8A-4147-A177-3AD203B41FA5}">
                      <a16:colId xmlns:a16="http://schemas.microsoft.com/office/drawing/2014/main" val="1534818118"/>
                    </a:ext>
                  </a:extLst>
                </a:gridCol>
                <a:gridCol w="1978812">
                  <a:extLst>
                    <a:ext uri="{9D8B030D-6E8A-4147-A177-3AD203B41FA5}">
                      <a16:colId xmlns:a16="http://schemas.microsoft.com/office/drawing/2014/main" val="929882952"/>
                    </a:ext>
                  </a:extLst>
                </a:gridCol>
                <a:gridCol w="1978812">
                  <a:extLst>
                    <a:ext uri="{9D8B030D-6E8A-4147-A177-3AD203B41FA5}">
                      <a16:colId xmlns:a16="http://schemas.microsoft.com/office/drawing/2014/main" val="3883237834"/>
                    </a:ext>
                  </a:extLst>
                </a:gridCol>
                <a:gridCol w="1978812">
                  <a:extLst>
                    <a:ext uri="{9D8B030D-6E8A-4147-A177-3AD203B41FA5}">
                      <a16:colId xmlns:a16="http://schemas.microsoft.com/office/drawing/2014/main" val="1969668232"/>
                    </a:ext>
                  </a:extLst>
                </a:gridCol>
              </a:tblGrid>
              <a:tr h="430648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076370"/>
                  </a:ext>
                </a:extLst>
              </a:tr>
            </a:tbl>
          </a:graphicData>
        </a:graphic>
      </p:graphicFrame>
      <p:sp>
        <p:nvSpPr>
          <p:cNvPr id="56" name="文字方塊 55">
            <a:extLst>
              <a:ext uri="{FF2B5EF4-FFF2-40B4-BE49-F238E27FC236}">
                <a16:creationId xmlns:a16="http://schemas.microsoft.com/office/drawing/2014/main" id="{269AB71D-2BA8-7C42-A8B2-AD9AAE2175A3}"/>
              </a:ext>
            </a:extLst>
          </p:cNvPr>
          <p:cNvSpPr txBox="1"/>
          <p:nvPr userDrawn="1"/>
        </p:nvSpPr>
        <p:spPr>
          <a:xfrm>
            <a:off x="357149" y="953537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D78D66-2D41-694B-BE10-B07A4BED98B6}"/>
              </a:ext>
            </a:extLst>
          </p:cNvPr>
          <p:cNvSpPr/>
          <p:nvPr userDrawn="1"/>
        </p:nvSpPr>
        <p:spPr>
          <a:xfrm flipV="1">
            <a:off x="0" y="1"/>
            <a:ext cx="6008914" cy="104836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D5DED0-B40C-ED42-8A9C-46936FA818B8}"/>
              </a:ext>
            </a:extLst>
          </p:cNvPr>
          <p:cNvSpPr/>
          <p:nvPr userDrawn="1"/>
        </p:nvSpPr>
        <p:spPr>
          <a:xfrm flipV="1">
            <a:off x="6008914" y="1"/>
            <a:ext cx="3660603" cy="104836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47B182-DD04-354C-BE4C-7A84ED101D9D}"/>
              </a:ext>
            </a:extLst>
          </p:cNvPr>
          <p:cNvSpPr/>
          <p:nvPr userDrawn="1"/>
        </p:nvSpPr>
        <p:spPr>
          <a:xfrm flipV="1">
            <a:off x="9669517" y="1"/>
            <a:ext cx="1545021" cy="104836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932012-A735-0146-8722-EECB64C444FE}"/>
              </a:ext>
            </a:extLst>
          </p:cNvPr>
          <p:cNvSpPr/>
          <p:nvPr userDrawn="1"/>
        </p:nvSpPr>
        <p:spPr>
          <a:xfrm flipV="1">
            <a:off x="11214538" y="0"/>
            <a:ext cx="977462" cy="10483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6" name="文字版面配置區 13">
            <a:extLst>
              <a:ext uri="{FF2B5EF4-FFF2-40B4-BE49-F238E27FC236}">
                <a16:creationId xmlns:a16="http://schemas.microsoft.com/office/drawing/2014/main" id="{88A9E4BD-B0A4-954E-A3C8-C3F8B91856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41" y="444714"/>
            <a:ext cx="2325764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pic>
        <p:nvPicPr>
          <p:cNvPr id="17" name="圖片 16" descr="一張含有 文字, 美工圖案, 餐具 的圖片&#10;&#10;自動產生的描述">
            <a:extLst>
              <a:ext uri="{FF2B5EF4-FFF2-40B4-BE49-F238E27FC236}">
                <a16:creationId xmlns:a16="http://schemas.microsoft.com/office/drawing/2014/main" id="{B81F6AC9-2DD5-0B4F-BB9C-4399717BE7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3149" y="5946945"/>
            <a:ext cx="1184038" cy="510633"/>
          </a:xfrm>
          <a:prstGeom prst="rect">
            <a:avLst/>
          </a:prstGeom>
        </p:spPr>
      </p:pic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38111E8B-9E62-3F47-AC76-CC98D073B8E9}"/>
              </a:ext>
            </a:extLst>
          </p:cNvPr>
          <p:cNvCxnSpPr/>
          <p:nvPr userDrawn="1"/>
        </p:nvCxnSpPr>
        <p:spPr>
          <a:xfrm>
            <a:off x="10447506" y="594694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C2B506B8-E092-3E44-9534-33705827DC23}"/>
              </a:ext>
            </a:extLst>
          </p:cNvPr>
          <p:cNvSpPr/>
          <p:nvPr userDrawn="1"/>
        </p:nvSpPr>
        <p:spPr>
          <a:xfrm flipV="1">
            <a:off x="0" y="1"/>
            <a:ext cx="6008914" cy="104836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C07DA6B-1C2C-794E-BE85-D1B5D6E59911}"/>
              </a:ext>
            </a:extLst>
          </p:cNvPr>
          <p:cNvSpPr/>
          <p:nvPr userDrawn="1"/>
        </p:nvSpPr>
        <p:spPr>
          <a:xfrm flipV="1">
            <a:off x="6008914" y="1"/>
            <a:ext cx="3660603" cy="104836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04E52EF-4DB2-074F-ABBE-238D8B6E9598}"/>
              </a:ext>
            </a:extLst>
          </p:cNvPr>
          <p:cNvSpPr/>
          <p:nvPr userDrawn="1"/>
        </p:nvSpPr>
        <p:spPr>
          <a:xfrm flipV="1">
            <a:off x="9669517" y="1"/>
            <a:ext cx="1545021" cy="104836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75DD59-ED33-FA4D-B858-D40084FB978F}"/>
              </a:ext>
            </a:extLst>
          </p:cNvPr>
          <p:cNvSpPr/>
          <p:nvPr userDrawn="1"/>
        </p:nvSpPr>
        <p:spPr>
          <a:xfrm flipV="1">
            <a:off x="11214538" y="0"/>
            <a:ext cx="977462" cy="10483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C0D3DE89-5338-3642-981D-E5C844C0BEBD}"/>
              </a:ext>
            </a:extLst>
          </p:cNvPr>
          <p:cNvCxnSpPr/>
          <p:nvPr userDrawn="1"/>
        </p:nvCxnSpPr>
        <p:spPr>
          <a:xfrm>
            <a:off x="10446291" y="594255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F3810F3D-2907-C744-856D-D5960D0E61AA}"/>
              </a:ext>
            </a:extLst>
          </p:cNvPr>
          <p:cNvSpPr/>
          <p:nvPr userDrawn="1"/>
        </p:nvSpPr>
        <p:spPr>
          <a:xfrm>
            <a:off x="0" y="3102529"/>
            <a:ext cx="4803775" cy="252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F5F9BA0-A9E0-F940-ADB7-0512FE7C887F}"/>
              </a:ext>
            </a:extLst>
          </p:cNvPr>
          <p:cNvSpPr/>
          <p:nvPr userDrawn="1"/>
        </p:nvSpPr>
        <p:spPr>
          <a:xfrm>
            <a:off x="4803775" y="3102528"/>
            <a:ext cx="3023641" cy="25200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095E5BC-051E-9D40-9B9D-2ADC18A3EA94}"/>
              </a:ext>
            </a:extLst>
          </p:cNvPr>
          <p:cNvSpPr/>
          <p:nvPr userDrawn="1"/>
        </p:nvSpPr>
        <p:spPr>
          <a:xfrm>
            <a:off x="7827415" y="3109713"/>
            <a:ext cx="4364585" cy="25200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7" name="投影片編號版面配置區 1">
            <a:extLst>
              <a:ext uri="{FF2B5EF4-FFF2-40B4-BE49-F238E27FC236}">
                <a16:creationId xmlns:a16="http://schemas.microsoft.com/office/drawing/2014/main" id="{054300C3-07C3-0246-9EA2-DEAE36A0F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FC83059-6835-4E40-A1D9-A49C36F75833}"/>
              </a:ext>
            </a:extLst>
          </p:cNvPr>
          <p:cNvSpPr txBox="1"/>
          <p:nvPr userDrawn="1"/>
        </p:nvSpPr>
        <p:spPr>
          <a:xfrm>
            <a:off x="2349827" y="960721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2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B7456B4-5BDC-CF4D-B718-6DD2F6141D41}"/>
              </a:ext>
            </a:extLst>
          </p:cNvPr>
          <p:cNvSpPr txBox="1"/>
          <p:nvPr userDrawn="1"/>
        </p:nvSpPr>
        <p:spPr>
          <a:xfrm>
            <a:off x="4342505" y="960721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3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66F562B-7B2E-7F4D-A869-B1FB614506B2}"/>
              </a:ext>
            </a:extLst>
          </p:cNvPr>
          <p:cNvSpPr txBox="1"/>
          <p:nvPr userDrawn="1"/>
        </p:nvSpPr>
        <p:spPr>
          <a:xfrm>
            <a:off x="6335183" y="960721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4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267139F-EBE5-9144-932A-1F563A2693E1}"/>
              </a:ext>
            </a:extLst>
          </p:cNvPr>
          <p:cNvSpPr txBox="1"/>
          <p:nvPr userDrawn="1"/>
        </p:nvSpPr>
        <p:spPr>
          <a:xfrm>
            <a:off x="8327861" y="960721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5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19F85CA-9DD2-3A41-8BDF-FFCDC55E3E00}"/>
              </a:ext>
            </a:extLst>
          </p:cNvPr>
          <p:cNvSpPr txBox="1"/>
          <p:nvPr userDrawn="1"/>
        </p:nvSpPr>
        <p:spPr>
          <a:xfrm>
            <a:off x="10320539" y="960721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6632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0F0E530E-6807-694C-B6E8-36CC3D7D51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16753215"/>
              </p:ext>
            </p:extLst>
          </p:nvPr>
        </p:nvGraphicFramePr>
        <p:xfrm>
          <a:off x="230459" y="1192891"/>
          <a:ext cx="11872872" cy="430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812">
                  <a:extLst>
                    <a:ext uri="{9D8B030D-6E8A-4147-A177-3AD203B41FA5}">
                      <a16:colId xmlns:a16="http://schemas.microsoft.com/office/drawing/2014/main" val="2843387566"/>
                    </a:ext>
                  </a:extLst>
                </a:gridCol>
                <a:gridCol w="1978812">
                  <a:extLst>
                    <a:ext uri="{9D8B030D-6E8A-4147-A177-3AD203B41FA5}">
                      <a16:colId xmlns:a16="http://schemas.microsoft.com/office/drawing/2014/main" val="3314176186"/>
                    </a:ext>
                  </a:extLst>
                </a:gridCol>
                <a:gridCol w="1978812">
                  <a:extLst>
                    <a:ext uri="{9D8B030D-6E8A-4147-A177-3AD203B41FA5}">
                      <a16:colId xmlns:a16="http://schemas.microsoft.com/office/drawing/2014/main" val="1534818118"/>
                    </a:ext>
                  </a:extLst>
                </a:gridCol>
                <a:gridCol w="1978812">
                  <a:extLst>
                    <a:ext uri="{9D8B030D-6E8A-4147-A177-3AD203B41FA5}">
                      <a16:colId xmlns:a16="http://schemas.microsoft.com/office/drawing/2014/main" val="929882952"/>
                    </a:ext>
                  </a:extLst>
                </a:gridCol>
                <a:gridCol w="1978812">
                  <a:extLst>
                    <a:ext uri="{9D8B030D-6E8A-4147-A177-3AD203B41FA5}">
                      <a16:colId xmlns:a16="http://schemas.microsoft.com/office/drawing/2014/main" val="3883237834"/>
                    </a:ext>
                  </a:extLst>
                </a:gridCol>
                <a:gridCol w="1978812">
                  <a:extLst>
                    <a:ext uri="{9D8B030D-6E8A-4147-A177-3AD203B41FA5}">
                      <a16:colId xmlns:a16="http://schemas.microsoft.com/office/drawing/2014/main" val="1969668232"/>
                    </a:ext>
                  </a:extLst>
                </a:gridCol>
              </a:tblGrid>
              <a:tr h="430648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076370"/>
                  </a:ext>
                </a:extLst>
              </a:tr>
            </a:tbl>
          </a:graphicData>
        </a:graphic>
      </p:graphicFrame>
      <p:sp>
        <p:nvSpPr>
          <p:cNvPr id="56" name="文字方塊 55">
            <a:extLst>
              <a:ext uri="{FF2B5EF4-FFF2-40B4-BE49-F238E27FC236}">
                <a16:creationId xmlns:a16="http://schemas.microsoft.com/office/drawing/2014/main" id="{269AB71D-2BA8-7C42-A8B2-AD9AAE2175A3}"/>
              </a:ext>
            </a:extLst>
          </p:cNvPr>
          <p:cNvSpPr txBox="1"/>
          <p:nvPr userDrawn="1"/>
        </p:nvSpPr>
        <p:spPr>
          <a:xfrm>
            <a:off x="357149" y="953537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D78D66-2D41-694B-BE10-B07A4BED98B6}"/>
              </a:ext>
            </a:extLst>
          </p:cNvPr>
          <p:cNvSpPr/>
          <p:nvPr userDrawn="1"/>
        </p:nvSpPr>
        <p:spPr>
          <a:xfrm flipV="1">
            <a:off x="0" y="1"/>
            <a:ext cx="6008914" cy="104836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D5DED0-B40C-ED42-8A9C-46936FA818B8}"/>
              </a:ext>
            </a:extLst>
          </p:cNvPr>
          <p:cNvSpPr/>
          <p:nvPr userDrawn="1"/>
        </p:nvSpPr>
        <p:spPr>
          <a:xfrm flipV="1">
            <a:off x="6008914" y="1"/>
            <a:ext cx="3660603" cy="104836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47B182-DD04-354C-BE4C-7A84ED101D9D}"/>
              </a:ext>
            </a:extLst>
          </p:cNvPr>
          <p:cNvSpPr/>
          <p:nvPr userDrawn="1"/>
        </p:nvSpPr>
        <p:spPr>
          <a:xfrm flipV="1">
            <a:off x="9669517" y="1"/>
            <a:ext cx="1545021" cy="104836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932012-A735-0146-8722-EECB64C444FE}"/>
              </a:ext>
            </a:extLst>
          </p:cNvPr>
          <p:cNvSpPr/>
          <p:nvPr userDrawn="1"/>
        </p:nvSpPr>
        <p:spPr>
          <a:xfrm flipV="1">
            <a:off x="11214538" y="0"/>
            <a:ext cx="977462" cy="10483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6" name="文字版面配置區 13">
            <a:extLst>
              <a:ext uri="{FF2B5EF4-FFF2-40B4-BE49-F238E27FC236}">
                <a16:creationId xmlns:a16="http://schemas.microsoft.com/office/drawing/2014/main" id="{88A9E4BD-B0A4-954E-A3C8-C3F8B91856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41" y="444714"/>
            <a:ext cx="2325764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pic>
        <p:nvPicPr>
          <p:cNvPr id="17" name="圖片 16" descr="一張含有 文字, 美工圖案, 餐具 的圖片&#10;&#10;自動產生的描述">
            <a:extLst>
              <a:ext uri="{FF2B5EF4-FFF2-40B4-BE49-F238E27FC236}">
                <a16:creationId xmlns:a16="http://schemas.microsoft.com/office/drawing/2014/main" id="{B81F6AC9-2DD5-0B4F-BB9C-4399717BE7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3149" y="5946945"/>
            <a:ext cx="1184038" cy="510633"/>
          </a:xfrm>
          <a:prstGeom prst="rect">
            <a:avLst/>
          </a:prstGeom>
        </p:spPr>
      </p:pic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38111E8B-9E62-3F47-AC76-CC98D073B8E9}"/>
              </a:ext>
            </a:extLst>
          </p:cNvPr>
          <p:cNvCxnSpPr/>
          <p:nvPr userDrawn="1"/>
        </p:nvCxnSpPr>
        <p:spPr>
          <a:xfrm>
            <a:off x="10447506" y="594694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C2B506B8-E092-3E44-9534-33705827DC23}"/>
              </a:ext>
            </a:extLst>
          </p:cNvPr>
          <p:cNvSpPr/>
          <p:nvPr userDrawn="1"/>
        </p:nvSpPr>
        <p:spPr>
          <a:xfrm flipV="1">
            <a:off x="0" y="1"/>
            <a:ext cx="6008914" cy="104836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C07DA6B-1C2C-794E-BE85-D1B5D6E59911}"/>
              </a:ext>
            </a:extLst>
          </p:cNvPr>
          <p:cNvSpPr/>
          <p:nvPr userDrawn="1"/>
        </p:nvSpPr>
        <p:spPr>
          <a:xfrm flipV="1">
            <a:off x="6008914" y="1"/>
            <a:ext cx="3660603" cy="104836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04E52EF-4DB2-074F-ABBE-238D8B6E9598}"/>
              </a:ext>
            </a:extLst>
          </p:cNvPr>
          <p:cNvSpPr/>
          <p:nvPr userDrawn="1"/>
        </p:nvSpPr>
        <p:spPr>
          <a:xfrm flipV="1">
            <a:off x="9669517" y="1"/>
            <a:ext cx="1545021" cy="104836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75DD59-ED33-FA4D-B858-D40084FB978F}"/>
              </a:ext>
            </a:extLst>
          </p:cNvPr>
          <p:cNvSpPr/>
          <p:nvPr userDrawn="1"/>
        </p:nvSpPr>
        <p:spPr>
          <a:xfrm flipV="1">
            <a:off x="11214538" y="0"/>
            <a:ext cx="977462" cy="10483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C0D3DE89-5338-3642-981D-E5C844C0BEBD}"/>
              </a:ext>
            </a:extLst>
          </p:cNvPr>
          <p:cNvCxnSpPr/>
          <p:nvPr userDrawn="1"/>
        </p:nvCxnSpPr>
        <p:spPr>
          <a:xfrm>
            <a:off x="10446291" y="594255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F3810F3D-2907-C744-856D-D5960D0E61AA}"/>
              </a:ext>
            </a:extLst>
          </p:cNvPr>
          <p:cNvSpPr/>
          <p:nvPr userDrawn="1"/>
        </p:nvSpPr>
        <p:spPr>
          <a:xfrm>
            <a:off x="0" y="3102529"/>
            <a:ext cx="4803775" cy="252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F5F9BA0-A9E0-F940-ADB7-0512FE7C887F}"/>
              </a:ext>
            </a:extLst>
          </p:cNvPr>
          <p:cNvSpPr/>
          <p:nvPr userDrawn="1"/>
        </p:nvSpPr>
        <p:spPr>
          <a:xfrm>
            <a:off x="4803775" y="3102528"/>
            <a:ext cx="3023641" cy="25200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095E5BC-051E-9D40-9B9D-2ADC18A3EA94}"/>
              </a:ext>
            </a:extLst>
          </p:cNvPr>
          <p:cNvSpPr/>
          <p:nvPr userDrawn="1"/>
        </p:nvSpPr>
        <p:spPr>
          <a:xfrm>
            <a:off x="7827415" y="3109713"/>
            <a:ext cx="4364585" cy="25200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7" name="投影片編號版面配置區 1">
            <a:extLst>
              <a:ext uri="{FF2B5EF4-FFF2-40B4-BE49-F238E27FC236}">
                <a16:creationId xmlns:a16="http://schemas.microsoft.com/office/drawing/2014/main" id="{054300C3-07C3-0246-9EA2-DEAE36A0F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FC83059-6835-4E40-A1D9-A49C36F75833}"/>
              </a:ext>
            </a:extLst>
          </p:cNvPr>
          <p:cNvSpPr txBox="1"/>
          <p:nvPr userDrawn="1"/>
        </p:nvSpPr>
        <p:spPr>
          <a:xfrm>
            <a:off x="2349827" y="960721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2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B7456B4-5BDC-CF4D-B718-6DD2F6141D41}"/>
              </a:ext>
            </a:extLst>
          </p:cNvPr>
          <p:cNvSpPr txBox="1"/>
          <p:nvPr userDrawn="1"/>
        </p:nvSpPr>
        <p:spPr>
          <a:xfrm>
            <a:off x="4342505" y="960721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3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66F562B-7B2E-7F4D-A869-B1FB614506B2}"/>
              </a:ext>
            </a:extLst>
          </p:cNvPr>
          <p:cNvSpPr txBox="1"/>
          <p:nvPr userDrawn="1"/>
        </p:nvSpPr>
        <p:spPr>
          <a:xfrm>
            <a:off x="6335183" y="960721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4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267139F-EBE5-9144-932A-1F563A2693E1}"/>
              </a:ext>
            </a:extLst>
          </p:cNvPr>
          <p:cNvSpPr txBox="1"/>
          <p:nvPr userDrawn="1"/>
        </p:nvSpPr>
        <p:spPr>
          <a:xfrm>
            <a:off x="8327861" y="960721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5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19F85CA-9DD2-3A41-8BDF-FFCDC55E3E00}"/>
              </a:ext>
            </a:extLst>
          </p:cNvPr>
          <p:cNvSpPr txBox="1"/>
          <p:nvPr userDrawn="1"/>
        </p:nvSpPr>
        <p:spPr>
          <a:xfrm>
            <a:off x="10320539" y="960721"/>
            <a:ext cx="1641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81970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方塊 22">
            <a:extLst>
              <a:ext uri="{FF2B5EF4-FFF2-40B4-BE49-F238E27FC236}">
                <a16:creationId xmlns:a16="http://schemas.microsoft.com/office/drawing/2014/main" id="{BCE92713-646C-B443-AC31-6F04E2537962}"/>
              </a:ext>
            </a:extLst>
          </p:cNvPr>
          <p:cNvSpPr txBox="1"/>
          <p:nvPr userDrawn="1"/>
        </p:nvSpPr>
        <p:spPr>
          <a:xfrm>
            <a:off x="4153277" y="1245897"/>
            <a:ext cx="16419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5</a:t>
            </a:r>
            <a:endParaRPr kumimoji="1" lang="zh-TW" altLang="en-US" sz="20000" b="1" i="0">
              <a:solidFill>
                <a:srgbClr val="383C4F"/>
              </a:solidFill>
              <a:latin typeface="PingFang TC Semibold" panose="020B0400000000000000" pitchFamily="34" charset="-120"/>
              <a:ea typeface="PingFang TC Semibold" panose="020B0400000000000000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3CB2B59-A270-A747-B44F-B3270B73EE8A}"/>
              </a:ext>
            </a:extLst>
          </p:cNvPr>
          <p:cNvSpPr txBox="1"/>
          <p:nvPr userDrawn="1"/>
        </p:nvSpPr>
        <p:spPr>
          <a:xfrm>
            <a:off x="725490" y="1245898"/>
            <a:ext cx="16419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4</a:t>
            </a:r>
            <a:endParaRPr kumimoji="1" lang="zh-TW" altLang="en-US" sz="20000" b="1" i="0">
              <a:solidFill>
                <a:srgbClr val="383C4F"/>
              </a:solidFill>
              <a:latin typeface="PingFang TC Semibold" panose="020B0400000000000000" pitchFamily="34" charset="-120"/>
              <a:ea typeface="PingFang TC Semibold" panose="020B0400000000000000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D68AD6-CCF2-4040-A703-8FC0B33507DA}"/>
              </a:ext>
            </a:extLst>
          </p:cNvPr>
          <p:cNvSpPr/>
          <p:nvPr userDrawn="1"/>
        </p:nvSpPr>
        <p:spPr>
          <a:xfrm flipV="1">
            <a:off x="0" y="1"/>
            <a:ext cx="6008914" cy="104836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1CD37C-CB4E-B444-8D41-08224AEA6584}"/>
              </a:ext>
            </a:extLst>
          </p:cNvPr>
          <p:cNvSpPr/>
          <p:nvPr userDrawn="1"/>
        </p:nvSpPr>
        <p:spPr>
          <a:xfrm flipV="1">
            <a:off x="6008914" y="1"/>
            <a:ext cx="3660603" cy="104836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206E31-9031-AA4D-8BC9-985FE2B0EBB7}"/>
              </a:ext>
            </a:extLst>
          </p:cNvPr>
          <p:cNvSpPr/>
          <p:nvPr userDrawn="1"/>
        </p:nvSpPr>
        <p:spPr>
          <a:xfrm flipV="1">
            <a:off x="9669517" y="1"/>
            <a:ext cx="1545021" cy="104836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BC62E0-DC97-0B4C-BD82-2B210EB4AE44}"/>
              </a:ext>
            </a:extLst>
          </p:cNvPr>
          <p:cNvSpPr/>
          <p:nvPr userDrawn="1"/>
        </p:nvSpPr>
        <p:spPr>
          <a:xfrm flipV="1">
            <a:off x="11214538" y="0"/>
            <a:ext cx="977462" cy="10483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8" name="文字版面配置區 13">
            <a:extLst>
              <a:ext uri="{FF2B5EF4-FFF2-40B4-BE49-F238E27FC236}">
                <a16:creationId xmlns:a16="http://schemas.microsoft.com/office/drawing/2014/main" id="{0623ED60-87A5-8946-A430-4EE7632B60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41" y="444714"/>
            <a:ext cx="2325764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pic>
        <p:nvPicPr>
          <p:cNvPr id="9" name="圖片 8" descr="一張含有 文字, 美工圖案, 餐具 的圖片&#10;&#10;自動產生的描述">
            <a:extLst>
              <a:ext uri="{FF2B5EF4-FFF2-40B4-BE49-F238E27FC236}">
                <a16:creationId xmlns:a16="http://schemas.microsoft.com/office/drawing/2014/main" id="{87509AF3-A506-AC40-8F64-FE979A07BC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3149" y="5946945"/>
            <a:ext cx="1184038" cy="510633"/>
          </a:xfrm>
          <a:prstGeom prst="rect">
            <a:avLst/>
          </a:prstGeom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74965F47-7DE9-5E4A-B426-1C5325CB0C14}"/>
              </a:ext>
            </a:extLst>
          </p:cNvPr>
          <p:cNvCxnSpPr/>
          <p:nvPr userDrawn="1"/>
        </p:nvCxnSpPr>
        <p:spPr>
          <a:xfrm>
            <a:off x="10447506" y="594694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99E569-A5D2-2648-A5C9-3122922EF2FB}"/>
              </a:ext>
            </a:extLst>
          </p:cNvPr>
          <p:cNvSpPr/>
          <p:nvPr userDrawn="1"/>
        </p:nvSpPr>
        <p:spPr>
          <a:xfrm flipV="1">
            <a:off x="0" y="1"/>
            <a:ext cx="6008914" cy="104836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E3A023-78DB-9543-94A1-8E1E99FBA8C0}"/>
              </a:ext>
            </a:extLst>
          </p:cNvPr>
          <p:cNvSpPr/>
          <p:nvPr userDrawn="1"/>
        </p:nvSpPr>
        <p:spPr>
          <a:xfrm flipV="1">
            <a:off x="6008914" y="1"/>
            <a:ext cx="3660603" cy="104836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08FC11-7DA0-8045-BB84-659EDF51252E}"/>
              </a:ext>
            </a:extLst>
          </p:cNvPr>
          <p:cNvSpPr/>
          <p:nvPr userDrawn="1"/>
        </p:nvSpPr>
        <p:spPr>
          <a:xfrm flipV="1">
            <a:off x="9669517" y="1"/>
            <a:ext cx="1545021" cy="104836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F066F8-D097-8047-973E-45A7353EB673}"/>
              </a:ext>
            </a:extLst>
          </p:cNvPr>
          <p:cNvSpPr/>
          <p:nvPr userDrawn="1"/>
        </p:nvSpPr>
        <p:spPr>
          <a:xfrm flipV="1">
            <a:off x="11214538" y="0"/>
            <a:ext cx="977462" cy="10483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6" name="文字版面配置區 13">
            <a:extLst>
              <a:ext uri="{FF2B5EF4-FFF2-40B4-BE49-F238E27FC236}">
                <a16:creationId xmlns:a16="http://schemas.microsoft.com/office/drawing/2014/main" id="{91D00BC7-D5D4-014E-B345-F340F5CB45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60994" y="2764464"/>
            <a:ext cx="2488492" cy="5761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br>
              <a:rPr kumimoji="1" lang="en-US" altLang="zh-TW"/>
            </a:b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66ACCE22-750C-2541-A7BD-1CEEA78237FD}"/>
              </a:ext>
            </a:extLst>
          </p:cNvPr>
          <p:cNvCxnSpPr/>
          <p:nvPr userDrawn="1"/>
        </p:nvCxnSpPr>
        <p:spPr>
          <a:xfrm>
            <a:off x="10446291" y="5942555"/>
            <a:ext cx="0" cy="5106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F73B781-C91A-D547-8010-38CBA153F516}"/>
              </a:ext>
            </a:extLst>
          </p:cNvPr>
          <p:cNvSpPr/>
          <p:nvPr userDrawn="1"/>
        </p:nvSpPr>
        <p:spPr>
          <a:xfrm>
            <a:off x="0" y="3606351"/>
            <a:ext cx="4803775" cy="252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4873FF-B824-3046-8FDE-3D5453E9B6B0}"/>
              </a:ext>
            </a:extLst>
          </p:cNvPr>
          <p:cNvSpPr/>
          <p:nvPr userDrawn="1"/>
        </p:nvSpPr>
        <p:spPr>
          <a:xfrm>
            <a:off x="4803775" y="3606350"/>
            <a:ext cx="3023641" cy="25200"/>
          </a:xfrm>
          <a:prstGeom prst="rect">
            <a:avLst/>
          </a:prstGeom>
          <a:solidFill>
            <a:srgbClr val="008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2FE49A-5E70-5E4A-B692-A095741494C6}"/>
              </a:ext>
            </a:extLst>
          </p:cNvPr>
          <p:cNvSpPr/>
          <p:nvPr userDrawn="1"/>
        </p:nvSpPr>
        <p:spPr>
          <a:xfrm>
            <a:off x="7827415" y="3601960"/>
            <a:ext cx="4364585" cy="25200"/>
          </a:xfrm>
          <a:prstGeom prst="rect">
            <a:avLst/>
          </a:prstGeom>
          <a:solidFill>
            <a:srgbClr val="3F9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F510BFB-2DDE-B74C-BAFE-78F1E4D80626}"/>
              </a:ext>
            </a:extLst>
          </p:cNvPr>
          <p:cNvSpPr txBox="1"/>
          <p:nvPr userDrawn="1"/>
        </p:nvSpPr>
        <p:spPr>
          <a:xfrm>
            <a:off x="8254977" y="1203176"/>
            <a:ext cx="16419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0" b="1" i="0">
                <a:solidFill>
                  <a:srgbClr val="383C4F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rPr>
              <a:t>6</a:t>
            </a:r>
            <a:endParaRPr kumimoji="1" lang="zh-TW" altLang="en-US" sz="20000" b="1" i="0">
              <a:solidFill>
                <a:srgbClr val="383C4F"/>
              </a:solidFill>
              <a:latin typeface="PingFang TC Semibold" panose="020B0400000000000000" pitchFamily="34" charset="-120"/>
              <a:ea typeface="PingFang TC Semibold" panose="020B0400000000000000" pitchFamily="34" charset="-120"/>
            </a:endParaRPr>
          </a:p>
        </p:txBody>
      </p:sp>
      <p:sp>
        <p:nvSpPr>
          <p:cNvPr id="25" name="文字版面配置區 13">
            <a:extLst>
              <a:ext uri="{FF2B5EF4-FFF2-40B4-BE49-F238E27FC236}">
                <a16:creationId xmlns:a16="http://schemas.microsoft.com/office/drawing/2014/main" id="{B887713C-E1EB-DA47-97DC-A8A8FC95F5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09045" y="2777211"/>
            <a:ext cx="2488492" cy="5761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br>
              <a:rPr kumimoji="1" lang="en-US" altLang="zh-TW"/>
            </a:b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</a:p>
        </p:txBody>
      </p:sp>
      <p:sp>
        <p:nvSpPr>
          <p:cNvPr id="26" name="文字版面配置區 13">
            <a:extLst>
              <a:ext uri="{FF2B5EF4-FFF2-40B4-BE49-F238E27FC236}">
                <a16:creationId xmlns:a16="http://schemas.microsoft.com/office/drawing/2014/main" id="{B7118709-0841-BD42-8374-512BF09A34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9689" y="2778357"/>
            <a:ext cx="2488492" cy="5761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br>
              <a:rPr kumimoji="1" lang="en-US" altLang="zh-TW"/>
            </a:b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r>
              <a:rPr kumimoji="1" lang="zh-TW" altLang="en-US"/>
              <a:t>中標題</a:t>
            </a:r>
          </a:p>
        </p:txBody>
      </p:sp>
      <p:sp>
        <p:nvSpPr>
          <p:cNvPr id="27" name="文字版面配置區 2">
            <a:extLst>
              <a:ext uri="{FF2B5EF4-FFF2-40B4-BE49-F238E27FC236}">
                <a16:creationId xmlns:a16="http://schemas.microsoft.com/office/drawing/2014/main" id="{9A5995EC-6EEF-8846-9003-32C256B869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60995" y="3933081"/>
            <a:ext cx="2488490" cy="125730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8" name="文字版面配置區 2">
            <a:extLst>
              <a:ext uri="{FF2B5EF4-FFF2-40B4-BE49-F238E27FC236}">
                <a16:creationId xmlns:a16="http://schemas.microsoft.com/office/drawing/2014/main" id="{F9BA0321-3C17-9C42-BC89-98CFB5256B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09046" y="3933081"/>
            <a:ext cx="2488490" cy="125730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9" name="文字版面配置區 2">
            <a:extLst>
              <a:ext uri="{FF2B5EF4-FFF2-40B4-BE49-F238E27FC236}">
                <a16:creationId xmlns:a16="http://schemas.microsoft.com/office/drawing/2014/main" id="{E9A8BB7F-E48A-6649-928D-A9A6EF0759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65255" y="3919227"/>
            <a:ext cx="2488490" cy="125730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0" name="投影片編號版面配置區 1">
            <a:extLst>
              <a:ext uri="{FF2B5EF4-FFF2-40B4-BE49-F238E27FC236}">
                <a16:creationId xmlns:a16="http://schemas.microsoft.com/office/drawing/2014/main" id="{03155F5E-EDCF-AF48-B9E7-860E2CCFA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5551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A0F06FD-9CBC-864B-99FF-17B555D612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53A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3A3A083-F2CA-5C4E-9D0B-2A93AB995BC8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9D476B4-5150-4543-8D9F-6CB89EE34827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CA3C458-5D02-8F45-80F1-6A60956A3822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453FD43-A50B-0F45-BDDE-7DE87CAA69AE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0A4FFB5-344E-714A-BCC3-CEE1E38CFF77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7" name="文字版面配置區 30">
            <a:extLst>
              <a:ext uri="{FF2B5EF4-FFF2-40B4-BE49-F238E27FC236}">
                <a16:creationId xmlns:a16="http://schemas.microsoft.com/office/drawing/2014/main" id="{95C47C42-92FE-B545-808C-92C0460EED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8069" y="3772258"/>
            <a:ext cx="10075862" cy="14049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1" i="0">
                <a:solidFill>
                  <a:schemeClr val="bg1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</a:t>
            </a:r>
          </a:p>
        </p:txBody>
      </p:sp>
      <p:sp>
        <p:nvSpPr>
          <p:cNvPr id="19" name="圖片版面配置區 18">
            <a:extLst>
              <a:ext uri="{FF2B5EF4-FFF2-40B4-BE49-F238E27FC236}">
                <a16:creationId xmlns:a16="http://schemas.microsoft.com/office/drawing/2014/main" id="{2A19F191-CD38-3E4A-8486-9FE9DC124E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89843" y="2418734"/>
            <a:ext cx="1012313" cy="101026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10" name="投影片編號版面配置區 1">
            <a:extLst>
              <a:ext uri="{FF2B5EF4-FFF2-40B4-BE49-F238E27FC236}">
                <a16:creationId xmlns:a16="http://schemas.microsoft.com/office/drawing/2014/main" id="{45EC8B8C-67D0-E64D-AF83-A018DED81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87893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圓角矩形 22">
            <a:extLst>
              <a:ext uri="{FF2B5EF4-FFF2-40B4-BE49-F238E27FC236}">
                <a16:creationId xmlns:a16="http://schemas.microsoft.com/office/drawing/2014/main" id="{27E8A301-34D9-6149-9DF8-0AA49D19D95D}"/>
              </a:ext>
            </a:extLst>
          </p:cNvPr>
          <p:cNvSpPr/>
          <p:nvPr userDrawn="1"/>
        </p:nvSpPr>
        <p:spPr>
          <a:xfrm>
            <a:off x="311449" y="1547414"/>
            <a:ext cx="55800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602B5BCD-85F9-E94C-94B4-23107C229C42}"/>
              </a:ext>
            </a:extLst>
          </p:cNvPr>
          <p:cNvSpPr/>
          <p:nvPr userDrawn="1"/>
        </p:nvSpPr>
        <p:spPr>
          <a:xfrm>
            <a:off x="6211745" y="1547414"/>
            <a:ext cx="55800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7614B24-BCC3-AB4A-B9CA-28A53E69417A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4405443-97EE-0744-A11C-780C6477AADB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4B71AAE-38CA-EB41-8FEE-D192C52DA37D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2265E80-6482-B14C-831D-2660254F3811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546C206-1D4F-7F4C-934F-B62B083EC97F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5" name="文字版面配置區 13">
            <a:extLst>
              <a:ext uri="{FF2B5EF4-FFF2-40B4-BE49-F238E27FC236}">
                <a16:creationId xmlns:a16="http://schemas.microsoft.com/office/drawing/2014/main" id="{E996D22C-6086-DD4E-9E57-665A9BD5D0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21253A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FA2C61-7E33-7847-8473-DC78477CD528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EE18DBB6-7A66-3F4D-9981-A0BFFD690D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9D9F2C04-8B7C-AE47-9504-C23DC30961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112A0592-3929-2A4B-A58E-C65D8AAC7540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版面配置區 2">
            <a:extLst>
              <a:ext uri="{FF2B5EF4-FFF2-40B4-BE49-F238E27FC236}">
                <a16:creationId xmlns:a16="http://schemas.microsoft.com/office/drawing/2014/main" id="{1CCD71EB-33F6-764A-BB8B-9C242E67487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6" name="內容版面配置區 21">
            <a:extLst>
              <a:ext uri="{FF2B5EF4-FFF2-40B4-BE49-F238E27FC236}">
                <a16:creationId xmlns:a16="http://schemas.microsoft.com/office/drawing/2014/main" id="{6B62C7B0-E325-8042-A98C-AB339FC7F3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710" y="1968285"/>
            <a:ext cx="5143138" cy="3602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7" name="內容版面配置區 21">
            <a:extLst>
              <a:ext uri="{FF2B5EF4-FFF2-40B4-BE49-F238E27FC236}">
                <a16:creationId xmlns:a16="http://schemas.microsoft.com/office/drawing/2014/main" id="{B7BAF122-D658-5A46-B6B4-5A72F1809FF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319775" y="1968285"/>
            <a:ext cx="5447938" cy="3596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2" name="圓角化同側角落矩形 21">
            <a:extLst>
              <a:ext uri="{FF2B5EF4-FFF2-40B4-BE49-F238E27FC236}">
                <a16:creationId xmlns:a16="http://schemas.microsoft.com/office/drawing/2014/main" id="{8D040638-D9F3-0149-B078-94A5DE266131}"/>
              </a:ext>
            </a:extLst>
          </p:cNvPr>
          <p:cNvSpPr/>
          <p:nvPr userDrawn="1"/>
        </p:nvSpPr>
        <p:spPr>
          <a:xfrm>
            <a:off x="6211745" y="1553674"/>
            <a:ext cx="5555968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7" name="圓角化同側角落矩形 26">
            <a:extLst>
              <a:ext uri="{FF2B5EF4-FFF2-40B4-BE49-F238E27FC236}">
                <a16:creationId xmlns:a16="http://schemas.microsoft.com/office/drawing/2014/main" id="{EFD2667D-DCA2-034D-8C79-6041774E4312}"/>
              </a:ext>
            </a:extLst>
          </p:cNvPr>
          <p:cNvSpPr/>
          <p:nvPr userDrawn="1"/>
        </p:nvSpPr>
        <p:spPr>
          <a:xfrm>
            <a:off x="311447" y="1553209"/>
            <a:ext cx="5580000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9" name="文字版面配置區 2">
            <a:extLst>
              <a:ext uri="{FF2B5EF4-FFF2-40B4-BE49-F238E27FC236}">
                <a16:creationId xmlns:a16="http://schemas.microsoft.com/office/drawing/2014/main" id="{688B65DD-8317-024B-970E-73CBA9DF61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7347" y="1580958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31" name="文字版面配置區 2">
            <a:extLst>
              <a:ext uri="{FF2B5EF4-FFF2-40B4-BE49-F238E27FC236}">
                <a16:creationId xmlns:a16="http://schemas.microsoft.com/office/drawing/2014/main" id="{B43CC7D6-8F0C-8F4D-B87A-6F3181150B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98258" y="1598405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35" name="文字版面配置區 2">
            <a:extLst>
              <a:ext uri="{FF2B5EF4-FFF2-40B4-BE49-F238E27FC236}">
                <a16:creationId xmlns:a16="http://schemas.microsoft.com/office/drawing/2014/main" id="{56B19B7F-A9C5-8D4D-88CA-75A99DC7F51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9650" y="1573209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36" name="文字版面配置區 2">
            <a:extLst>
              <a:ext uri="{FF2B5EF4-FFF2-40B4-BE49-F238E27FC236}">
                <a16:creationId xmlns:a16="http://schemas.microsoft.com/office/drawing/2014/main" id="{BCC0F74E-192E-DF4E-BAE5-6ECD9D28F98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867098" y="1590656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5" name="投影片編號版面配置區 1">
            <a:extLst>
              <a:ext uri="{FF2B5EF4-FFF2-40B4-BE49-F238E27FC236}">
                <a16:creationId xmlns:a16="http://schemas.microsoft.com/office/drawing/2014/main" id="{482730CA-9CBE-CF41-957E-8001E385E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72877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只有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圓角矩形 22">
            <a:extLst>
              <a:ext uri="{FF2B5EF4-FFF2-40B4-BE49-F238E27FC236}">
                <a16:creationId xmlns:a16="http://schemas.microsoft.com/office/drawing/2014/main" id="{27E8A301-34D9-6149-9DF8-0AA49D19D95D}"/>
              </a:ext>
            </a:extLst>
          </p:cNvPr>
          <p:cNvSpPr/>
          <p:nvPr userDrawn="1"/>
        </p:nvSpPr>
        <p:spPr>
          <a:xfrm>
            <a:off x="311449" y="1547414"/>
            <a:ext cx="3670242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7614B24-BCC3-AB4A-B9CA-28A53E69417A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4405443-97EE-0744-A11C-780C6477AADB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4B71AAE-38CA-EB41-8FEE-D192C52DA37D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2265E80-6482-B14C-831D-2660254F3811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546C206-1D4F-7F4C-934F-B62B083EC97F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5" name="文字版面配置區 13">
            <a:extLst>
              <a:ext uri="{FF2B5EF4-FFF2-40B4-BE49-F238E27FC236}">
                <a16:creationId xmlns:a16="http://schemas.microsoft.com/office/drawing/2014/main" id="{E996D22C-6086-DD4E-9E57-665A9BD5D0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21253A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FA2C61-7E33-7847-8473-DC78477CD528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EE18DBB6-7A66-3F4D-9981-A0BFFD690D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9D9F2C04-8B7C-AE47-9504-C23DC30961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112A0592-3929-2A4B-A58E-C65D8AAC7540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版面配置區 2">
            <a:extLst>
              <a:ext uri="{FF2B5EF4-FFF2-40B4-BE49-F238E27FC236}">
                <a16:creationId xmlns:a16="http://schemas.microsoft.com/office/drawing/2014/main" id="{1CCD71EB-33F6-764A-BB8B-9C242E67487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6" name="內容版面配置區 21">
            <a:extLst>
              <a:ext uri="{FF2B5EF4-FFF2-40B4-BE49-F238E27FC236}">
                <a16:creationId xmlns:a16="http://schemas.microsoft.com/office/drawing/2014/main" id="{6B62C7B0-E325-8042-A98C-AB339FC7F3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710" y="1968285"/>
            <a:ext cx="2920799" cy="3602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7" name="圓角化同側角落矩形 26">
            <a:extLst>
              <a:ext uri="{FF2B5EF4-FFF2-40B4-BE49-F238E27FC236}">
                <a16:creationId xmlns:a16="http://schemas.microsoft.com/office/drawing/2014/main" id="{EFD2667D-DCA2-034D-8C79-6041774E4312}"/>
              </a:ext>
            </a:extLst>
          </p:cNvPr>
          <p:cNvSpPr/>
          <p:nvPr userDrawn="1"/>
        </p:nvSpPr>
        <p:spPr>
          <a:xfrm>
            <a:off x="311446" y="1553209"/>
            <a:ext cx="3670241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9" name="文字版面配置區 2">
            <a:extLst>
              <a:ext uri="{FF2B5EF4-FFF2-40B4-BE49-F238E27FC236}">
                <a16:creationId xmlns:a16="http://schemas.microsoft.com/office/drawing/2014/main" id="{688B65DD-8317-024B-970E-73CBA9DF61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7347" y="1580958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31" name="文字版面配置區 2">
            <a:extLst>
              <a:ext uri="{FF2B5EF4-FFF2-40B4-BE49-F238E27FC236}">
                <a16:creationId xmlns:a16="http://schemas.microsoft.com/office/drawing/2014/main" id="{B43CC7D6-8F0C-8F4D-B87A-6F3181150B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20138" y="1574308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5" name="投影片編號版面配置區 1">
            <a:extLst>
              <a:ext uri="{FF2B5EF4-FFF2-40B4-BE49-F238E27FC236}">
                <a16:creationId xmlns:a16="http://schemas.microsoft.com/office/drawing/2014/main" id="{482730CA-9CBE-CF41-957E-8001E385E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9440BCFA-67A1-E049-B776-B55BA1854F6D}"/>
              </a:ext>
            </a:extLst>
          </p:cNvPr>
          <p:cNvSpPr/>
          <p:nvPr userDrawn="1"/>
        </p:nvSpPr>
        <p:spPr>
          <a:xfrm>
            <a:off x="4237729" y="1547414"/>
            <a:ext cx="3670242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8" name="內容版面配置區 21">
            <a:extLst>
              <a:ext uri="{FF2B5EF4-FFF2-40B4-BE49-F238E27FC236}">
                <a16:creationId xmlns:a16="http://schemas.microsoft.com/office/drawing/2014/main" id="{C89BC191-6DBF-BE43-98C7-FD0EAB3C3F0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338990" y="1968285"/>
            <a:ext cx="2920799" cy="3602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0" name="圓角化同側角落矩形 29">
            <a:extLst>
              <a:ext uri="{FF2B5EF4-FFF2-40B4-BE49-F238E27FC236}">
                <a16:creationId xmlns:a16="http://schemas.microsoft.com/office/drawing/2014/main" id="{51BBD467-A6C0-8C41-89E1-012B3938FA9E}"/>
              </a:ext>
            </a:extLst>
          </p:cNvPr>
          <p:cNvSpPr/>
          <p:nvPr userDrawn="1"/>
        </p:nvSpPr>
        <p:spPr>
          <a:xfrm>
            <a:off x="4237726" y="1553209"/>
            <a:ext cx="3670241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2" name="文字版面配置區 2">
            <a:extLst>
              <a:ext uri="{FF2B5EF4-FFF2-40B4-BE49-F238E27FC236}">
                <a16:creationId xmlns:a16="http://schemas.microsoft.com/office/drawing/2014/main" id="{ABE46261-6AA1-4045-ACF2-323FB20440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13627" y="1580958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34" name="文字版面配置區 2">
            <a:extLst>
              <a:ext uri="{FF2B5EF4-FFF2-40B4-BE49-F238E27FC236}">
                <a16:creationId xmlns:a16="http://schemas.microsoft.com/office/drawing/2014/main" id="{0B597411-AD86-A446-8126-DD971A1038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69568" y="1574308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72DE9021-38FE-EB4E-85ED-2786B0E02DAC}"/>
              </a:ext>
            </a:extLst>
          </p:cNvPr>
          <p:cNvSpPr/>
          <p:nvPr userDrawn="1"/>
        </p:nvSpPr>
        <p:spPr>
          <a:xfrm>
            <a:off x="8107929" y="1547414"/>
            <a:ext cx="3670242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40" name="內容版面配置區 21">
            <a:extLst>
              <a:ext uri="{FF2B5EF4-FFF2-40B4-BE49-F238E27FC236}">
                <a16:creationId xmlns:a16="http://schemas.microsoft.com/office/drawing/2014/main" id="{3914FD3F-72B4-2D4C-90F8-A6492F9C7DE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209190" y="1968285"/>
            <a:ext cx="2920799" cy="3602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1" name="圓角化同側角落矩形 40">
            <a:extLst>
              <a:ext uri="{FF2B5EF4-FFF2-40B4-BE49-F238E27FC236}">
                <a16:creationId xmlns:a16="http://schemas.microsoft.com/office/drawing/2014/main" id="{71BE2923-2CD4-CF42-8027-5A6DB9368EB5}"/>
              </a:ext>
            </a:extLst>
          </p:cNvPr>
          <p:cNvSpPr/>
          <p:nvPr userDrawn="1"/>
        </p:nvSpPr>
        <p:spPr>
          <a:xfrm>
            <a:off x="8107926" y="1553209"/>
            <a:ext cx="3670241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42" name="文字版面配置區 2">
            <a:extLst>
              <a:ext uri="{FF2B5EF4-FFF2-40B4-BE49-F238E27FC236}">
                <a16:creationId xmlns:a16="http://schemas.microsoft.com/office/drawing/2014/main" id="{0342BD00-F96B-854A-8D8A-F96F1648C5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83827" y="1580958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3" name="文字版面配置區 2">
            <a:extLst>
              <a:ext uri="{FF2B5EF4-FFF2-40B4-BE49-F238E27FC236}">
                <a16:creationId xmlns:a16="http://schemas.microsoft.com/office/drawing/2014/main" id="{D75C7FF6-045B-FC4D-ABB7-2ABD8A7512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916618" y="1574308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</p:spTree>
    <p:extLst>
      <p:ext uri="{BB962C8B-B14F-4D97-AF65-F5344CB8AC3E}">
        <p14:creationId xmlns:p14="http://schemas.microsoft.com/office/powerpoint/2010/main" val="36262731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247A32F9-AD6E-0644-A828-ACDEFBC105F6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56BC82F-591F-9B48-B358-7934D1C7E91F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862E27B-741A-404E-B52D-E772C1AC3ADA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E6031AB-9B8F-824C-B22A-3008ACC36DC5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E883038-0EC6-5B4A-B96F-B32809699F04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0" name="文字版面配置區 13">
            <a:extLst>
              <a:ext uri="{FF2B5EF4-FFF2-40B4-BE49-F238E27FC236}">
                <a16:creationId xmlns:a16="http://schemas.microsoft.com/office/drawing/2014/main" id="{C7AADA6E-C803-094F-89C4-F156ED348F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21253A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2" name="文字版面配置區 2">
            <a:extLst>
              <a:ext uri="{FF2B5EF4-FFF2-40B4-BE49-F238E27FC236}">
                <a16:creationId xmlns:a16="http://schemas.microsoft.com/office/drawing/2014/main" id="{72FF20DD-BD49-DD40-8758-571CB8C37D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11C8EC9-B91F-5544-B4C1-269E6E77EBC9}"/>
              </a:ext>
            </a:extLst>
          </p:cNvPr>
          <p:cNvSpPr/>
          <p:nvPr userDrawn="1"/>
        </p:nvSpPr>
        <p:spPr>
          <a:xfrm>
            <a:off x="314080" y="1547414"/>
            <a:ext cx="21764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2" name="圓角化同側角落矩形 31">
            <a:extLst>
              <a:ext uri="{FF2B5EF4-FFF2-40B4-BE49-F238E27FC236}">
                <a16:creationId xmlns:a16="http://schemas.microsoft.com/office/drawing/2014/main" id="{D99E3809-B79F-AF4C-B472-0E4DFBF76B82}"/>
              </a:ext>
            </a:extLst>
          </p:cNvPr>
          <p:cNvSpPr/>
          <p:nvPr userDrawn="1"/>
        </p:nvSpPr>
        <p:spPr>
          <a:xfrm>
            <a:off x="316976" y="1554291"/>
            <a:ext cx="2176400" cy="295653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F3AF4D2-570A-7649-831C-AE5B8D79EA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75DDD46-656B-6641-BF9B-AAF44AD4F7F9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B9F548FC-3999-8C4A-B8FD-886FF726808E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952039B3-A4F3-A343-B366-BB9C8EB1C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348" y="1572946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18" name="文字版面配置區 2">
            <a:extLst>
              <a:ext uri="{FF2B5EF4-FFF2-40B4-BE49-F238E27FC236}">
                <a16:creationId xmlns:a16="http://schemas.microsoft.com/office/drawing/2014/main" id="{51D509FD-36FE-1248-ACCC-03EDFAAD48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11108" y="1594182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37114752-89B0-044F-A0B4-7D61E73D26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5" name="內容版面配置區 21">
            <a:extLst>
              <a:ext uri="{FF2B5EF4-FFF2-40B4-BE49-F238E27FC236}">
                <a16:creationId xmlns:a16="http://schemas.microsoft.com/office/drawing/2014/main" id="{97770410-20CF-984C-8448-4861386A13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340" y="1957953"/>
            <a:ext cx="1847228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6" name="投影片編號版面配置區 1">
            <a:extLst>
              <a:ext uri="{FF2B5EF4-FFF2-40B4-BE49-F238E27FC236}">
                <a16:creationId xmlns:a16="http://schemas.microsoft.com/office/drawing/2014/main" id="{06EC88E2-6B00-8946-857A-15EA7EB47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E4AF5F7A-BE66-AA48-B4E2-9A22D3BD5A8C}"/>
              </a:ext>
            </a:extLst>
          </p:cNvPr>
          <p:cNvSpPr/>
          <p:nvPr userDrawn="1"/>
        </p:nvSpPr>
        <p:spPr>
          <a:xfrm>
            <a:off x="2634844" y="1547452"/>
            <a:ext cx="21764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8" name="圓角化同側角落矩形 37">
            <a:extLst>
              <a:ext uri="{FF2B5EF4-FFF2-40B4-BE49-F238E27FC236}">
                <a16:creationId xmlns:a16="http://schemas.microsoft.com/office/drawing/2014/main" id="{4424D9DC-8140-6645-826C-C24FBBE0C9E2}"/>
              </a:ext>
            </a:extLst>
          </p:cNvPr>
          <p:cNvSpPr/>
          <p:nvPr userDrawn="1"/>
        </p:nvSpPr>
        <p:spPr>
          <a:xfrm>
            <a:off x="2637740" y="1554329"/>
            <a:ext cx="2176400" cy="295653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47" name="文字版面配置區 2">
            <a:extLst>
              <a:ext uri="{FF2B5EF4-FFF2-40B4-BE49-F238E27FC236}">
                <a16:creationId xmlns:a16="http://schemas.microsoft.com/office/drawing/2014/main" id="{A27756E9-C422-BA40-A992-18D1010E78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74112" y="1572984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51" name="文字版面配置區 2">
            <a:extLst>
              <a:ext uri="{FF2B5EF4-FFF2-40B4-BE49-F238E27FC236}">
                <a16:creationId xmlns:a16="http://schemas.microsoft.com/office/drawing/2014/main" id="{13BBA6C9-1637-C24F-8865-E7BF3D5549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31872" y="1594220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52" name="內容版面配置區 21">
            <a:extLst>
              <a:ext uri="{FF2B5EF4-FFF2-40B4-BE49-F238E27FC236}">
                <a16:creationId xmlns:a16="http://schemas.microsoft.com/office/drawing/2014/main" id="{E7BD24C3-61B4-504C-B3D4-59620742EB2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2736104" y="1957991"/>
            <a:ext cx="1847228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C65DBEA8-79E8-CA46-9D82-E0DFC078C483}"/>
              </a:ext>
            </a:extLst>
          </p:cNvPr>
          <p:cNvSpPr/>
          <p:nvPr userDrawn="1"/>
        </p:nvSpPr>
        <p:spPr>
          <a:xfrm>
            <a:off x="4956536" y="1546142"/>
            <a:ext cx="21764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4" name="圓角化同側角落矩形 53">
            <a:extLst>
              <a:ext uri="{FF2B5EF4-FFF2-40B4-BE49-F238E27FC236}">
                <a16:creationId xmlns:a16="http://schemas.microsoft.com/office/drawing/2014/main" id="{543EFF36-45FF-2942-B253-5C65DF27B8B2}"/>
              </a:ext>
            </a:extLst>
          </p:cNvPr>
          <p:cNvSpPr/>
          <p:nvPr userDrawn="1"/>
        </p:nvSpPr>
        <p:spPr>
          <a:xfrm>
            <a:off x="4959432" y="1553019"/>
            <a:ext cx="2176400" cy="295653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5" name="文字版面配置區 2">
            <a:extLst>
              <a:ext uri="{FF2B5EF4-FFF2-40B4-BE49-F238E27FC236}">
                <a16:creationId xmlns:a16="http://schemas.microsoft.com/office/drawing/2014/main" id="{75076FD3-D6DB-AF4B-AB94-3245FD989F2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95804" y="1571674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56" name="文字版面配置區 2">
            <a:extLst>
              <a:ext uri="{FF2B5EF4-FFF2-40B4-BE49-F238E27FC236}">
                <a16:creationId xmlns:a16="http://schemas.microsoft.com/office/drawing/2014/main" id="{FD28EDA5-85F1-1349-AA75-A7CB646654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53564" y="1592910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57" name="內容版面配置區 21">
            <a:extLst>
              <a:ext uri="{FF2B5EF4-FFF2-40B4-BE49-F238E27FC236}">
                <a16:creationId xmlns:a16="http://schemas.microsoft.com/office/drawing/2014/main" id="{714B7CC6-CAE4-CA48-AC21-694A99ED2CFD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5057796" y="1956681"/>
            <a:ext cx="1847228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8" name="圓角矩形 57">
            <a:extLst>
              <a:ext uri="{FF2B5EF4-FFF2-40B4-BE49-F238E27FC236}">
                <a16:creationId xmlns:a16="http://schemas.microsoft.com/office/drawing/2014/main" id="{092895C1-FF1A-5141-BE2D-924605ECC09F}"/>
              </a:ext>
            </a:extLst>
          </p:cNvPr>
          <p:cNvSpPr/>
          <p:nvPr userDrawn="1"/>
        </p:nvSpPr>
        <p:spPr>
          <a:xfrm>
            <a:off x="7277300" y="1547412"/>
            <a:ext cx="21764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9" name="圓角化同側角落矩形 58">
            <a:extLst>
              <a:ext uri="{FF2B5EF4-FFF2-40B4-BE49-F238E27FC236}">
                <a16:creationId xmlns:a16="http://schemas.microsoft.com/office/drawing/2014/main" id="{FB7D059C-2087-3944-83A1-F634D304EE63}"/>
              </a:ext>
            </a:extLst>
          </p:cNvPr>
          <p:cNvSpPr/>
          <p:nvPr userDrawn="1"/>
        </p:nvSpPr>
        <p:spPr>
          <a:xfrm>
            <a:off x="7280196" y="1554289"/>
            <a:ext cx="2176400" cy="295653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60" name="文字版面配置區 2">
            <a:extLst>
              <a:ext uri="{FF2B5EF4-FFF2-40B4-BE49-F238E27FC236}">
                <a16:creationId xmlns:a16="http://schemas.microsoft.com/office/drawing/2014/main" id="{27F9E6F2-8D1D-DB4C-AA1C-C3DF17CD82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16568" y="1572944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61" name="文字版面配置區 2">
            <a:extLst>
              <a:ext uri="{FF2B5EF4-FFF2-40B4-BE49-F238E27FC236}">
                <a16:creationId xmlns:a16="http://schemas.microsoft.com/office/drawing/2014/main" id="{3F0DA79F-F5D9-B240-ABF5-1541AC7DEC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74328" y="1594180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62" name="內容版面配置區 21">
            <a:extLst>
              <a:ext uri="{FF2B5EF4-FFF2-40B4-BE49-F238E27FC236}">
                <a16:creationId xmlns:a16="http://schemas.microsoft.com/office/drawing/2014/main" id="{B8859073-B375-DB46-AD51-CA9603664627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7378560" y="1957951"/>
            <a:ext cx="1847228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0F10A8F4-208E-F544-9A06-18D0BF3E4643}"/>
              </a:ext>
            </a:extLst>
          </p:cNvPr>
          <p:cNvSpPr/>
          <p:nvPr userDrawn="1"/>
        </p:nvSpPr>
        <p:spPr>
          <a:xfrm>
            <a:off x="9621149" y="1547413"/>
            <a:ext cx="21764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64" name="圓角化同側角落矩形 63">
            <a:extLst>
              <a:ext uri="{FF2B5EF4-FFF2-40B4-BE49-F238E27FC236}">
                <a16:creationId xmlns:a16="http://schemas.microsoft.com/office/drawing/2014/main" id="{07EA2B57-993C-A54E-9797-00AB69EF5EB8}"/>
              </a:ext>
            </a:extLst>
          </p:cNvPr>
          <p:cNvSpPr/>
          <p:nvPr userDrawn="1"/>
        </p:nvSpPr>
        <p:spPr>
          <a:xfrm>
            <a:off x="9624045" y="1554290"/>
            <a:ext cx="2176400" cy="295653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65" name="文字版面配置區 2">
            <a:extLst>
              <a:ext uri="{FF2B5EF4-FFF2-40B4-BE49-F238E27FC236}">
                <a16:creationId xmlns:a16="http://schemas.microsoft.com/office/drawing/2014/main" id="{DBFE8782-64B3-B140-AAE2-49CC48670E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660417" y="1572945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66" name="文字版面配置區 2">
            <a:extLst>
              <a:ext uri="{FF2B5EF4-FFF2-40B4-BE49-F238E27FC236}">
                <a16:creationId xmlns:a16="http://schemas.microsoft.com/office/drawing/2014/main" id="{D7CFEF28-8435-2A43-BEB5-3E31E29B6B3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1018177" y="1594181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67" name="內容版面配置區 21">
            <a:extLst>
              <a:ext uri="{FF2B5EF4-FFF2-40B4-BE49-F238E27FC236}">
                <a16:creationId xmlns:a16="http://schemas.microsoft.com/office/drawing/2014/main" id="{2350D71F-C321-CE4B-B71B-D611846493F8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9722409" y="1957952"/>
            <a:ext cx="1847228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651382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4B7E19B0-2D1B-914B-AD8E-263626C64F6C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8D14DDF-3E5F-BD46-83E0-AE22BE695C0F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642A302-99E1-304F-A4BB-7B127081DA79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F337F61-4FBF-4C41-A8D2-1553D86A8331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1C99081-9CD3-824A-A59E-EA4C63814639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8" name="文字版面配置區 13">
            <a:extLst>
              <a:ext uri="{FF2B5EF4-FFF2-40B4-BE49-F238E27FC236}">
                <a16:creationId xmlns:a16="http://schemas.microsoft.com/office/drawing/2014/main" id="{B0060B27-5F9F-5F42-B06C-3B05DB118D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21253A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D64C755-752B-5346-AD9A-CDE9D6A88C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E5CEEF16-BEFF-CC48-BE7B-DADD2FD9EE0F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74A5F70-2C04-4748-8507-85E8652995CB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3" name="投影片編號版面配置區 1">
            <a:extLst>
              <a:ext uri="{FF2B5EF4-FFF2-40B4-BE49-F238E27FC236}">
                <a16:creationId xmlns:a16="http://schemas.microsoft.com/office/drawing/2014/main" id="{E2295475-C61B-1A4B-841B-EEB8EB70D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4769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7106918B-44EF-BE43-BE10-FCB9D285FCF1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E18BA4A-54DD-6444-BC16-8A2205023B13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640398F-3067-C44E-8B79-EDD23DB7468B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FDBEDDB-3F7B-B149-9BE2-343B04554AF4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A1D2EE7-1C27-6C41-8BF7-6AEE543867FF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8" name="文字版面配置區 13">
            <a:extLst>
              <a:ext uri="{FF2B5EF4-FFF2-40B4-BE49-F238E27FC236}">
                <a16:creationId xmlns:a16="http://schemas.microsoft.com/office/drawing/2014/main" id="{9834ACA2-FFDA-BA48-9F0F-6946585532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21253A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4A7D1F5D-EA26-AC42-BE70-64F3C60613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0BE6573A-59CE-0742-979D-BDE3CAFE23B1}"/>
              </a:ext>
            </a:extLst>
          </p:cNvPr>
          <p:cNvSpPr/>
          <p:nvPr userDrawn="1"/>
        </p:nvSpPr>
        <p:spPr>
          <a:xfrm>
            <a:off x="308244" y="1547414"/>
            <a:ext cx="11443347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C2CC0C-CA43-C744-93FF-F75610C9A2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4BFBB0C-B3F7-4446-B0DE-22C44FC31DB1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CD26156-63B2-8147-93EB-0745FFD8DD31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0" name="文字版面配置區 2">
            <a:extLst>
              <a:ext uri="{FF2B5EF4-FFF2-40B4-BE49-F238E27FC236}">
                <a16:creationId xmlns:a16="http://schemas.microsoft.com/office/drawing/2014/main" id="{2B65C6AE-9E41-D44A-B05B-C38C7D7D403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1" name="內容版面配置區 21">
            <a:extLst>
              <a:ext uri="{FF2B5EF4-FFF2-40B4-BE49-F238E27FC236}">
                <a16:creationId xmlns:a16="http://schemas.microsoft.com/office/drawing/2014/main" id="{43576763-C4E6-1241-83BB-31A57B091F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0032" y="2099510"/>
            <a:ext cx="11118568" cy="34711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4" name="圓角化同側角落矩形 23">
            <a:extLst>
              <a:ext uri="{FF2B5EF4-FFF2-40B4-BE49-F238E27FC236}">
                <a16:creationId xmlns:a16="http://schemas.microsoft.com/office/drawing/2014/main" id="{0199A362-87A6-0442-9FE2-DD36575827BA}"/>
              </a:ext>
            </a:extLst>
          </p:cNvPr>
          <p:cNvSpPr/>
          <p:nvPr userDrawn="1"/>
        </p:nvSpPr>
        <p:spPr>
          <a:xfrm>
            <a:off x="307425" y="1558472"/>
            <a:ext cx="11443348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5" name="文字版面配置區 2">
            <a:extLst>
              <a:ext uri="{FF2B5EF4-FFF2-40B4-BE49-F238E27FC236}">
                <a16:creationId xmlns:a16="http://schemas.microsoft.com/office/drawing/2014/main" id="{E0BD1668-E3C8-2649-B959-DEA0BE5703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5599" y="1597734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26" name="文字版面配置區 2">
            <a:extLst>
              <a:ext uri="{FF2B5EF4-FFF2-40B4-BE49-F238E27FC236}">
                <a16:creationId xmlns:a16="http://schemas.microsoft.com/office/drawing/2014/main" id="{E12C60DF-61A2-5445-99F5-AEEB0D873EC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834542" y="1606153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19" name="投影片編號版面配置區 1">
            <a:extLst>
              <a:ext uri="{FF2B5EF4-FFF2-40B4-BE49-F238E27FC236}">
                <a16:creationId xmlns:a16="http://schemas.microsoft.com/office/drawing/2014/main" id="{75229067-49F1-574C-89D4-9C95CBE7D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24967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7106918B-44EF-BE43-BE10-FCB9D285FCF1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E18BA4A-54DD-6444-BC16-8A2205023B13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640398F-3067-C44E-8B79-EDD23DB7468B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FDBEDDB-3F7B-B149-9BE2-343B04554AF4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A1D2EE7-1C27-6C41-8BF7-6AEE543867FF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8" name="文字版面配置區 13">
            <a:extLst>
              <a:ext uri="{FF2B5EF4-FFF2-40B4-BE49-F238E27FC236}">
                <a16:creationId xmlns:a16="http://schemas.microsoft.com/office/drawing/2014/main" id="{9834ACA2-FFDA-BA48-9F0F-6946585532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21253A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4A7D1F5D-EA26-AC42-BE70-64F3C60613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0BE6573A-59CE-0742-979D-BDE3CAFE23B1}"/>
              </a:ext>
            </a:extLst>
          </p:cNvPr>
          <p:cNvSpPr/>
          <p:nvPr userDrawn="1"/>
        </p:nvSpPr>
        <p:spPr>
          <a:xfrm>
            <a:off x="308244" y="1327489"/>
            <a:ext cx="11443347" cy="2237508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C2CC0C-CA43-C744-93FF-F75610C9A2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4BFBB0C-B3F7-4446-B0DE-22C44FC31DB1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CD26156-63B2-8147-93EB-0745FFD8DD31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0" name="文字版面配置區 2">
            <a:extLst>
              <a:ext uri="{FF2B5EF4-FFF2-40B4-BE49-F238E27FC236}">
                <a16:creationId xmlns:a16="http://schemas.microsoft.com/office/drawing/2014/main" id="{2B65C6AE-9E41-D44A-B05B-C38C7D7D403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1" name="內容版面配置區 21">
            <a:extLst>
              <a:ext uri="{FF2B5EF4-FFF2-40B4-BE49-F238E27FC236}">
                <a16:creationId xmlns:a16="http://schemas.microsoft.com/office/drawing/2014/main" id="{43576763-C4E6-1241-83BB-31A57B091F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0032" y="1879585"/>
            <a:ext cx="11118568" cy="1565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4" name="圓角化同側角落矩形 23">
            <a:extLst>
              <a:ext uri="{FF2B5EF4-FFF2-40B4-BE49-F238E27FC236}">
                <a16:creationId xmlns:a16="http://schemas.microsoft.com/office/drawing/2014/main" id="{0199A362-87A6-0442-9FE2-DD36575827BA}"/>
              </a:ext>
            </a:extLst>
          </p:cNvPr>
          <p:cNvSpPr/>
          <p:nvPr userDrawn="1"/>
        </p:nvSpPr>
        <p:spPr>
          <a:xfrm>
            <a:off x="307425" y="1338547"/>
            <a:ext cx="11443348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5" name="文字版面配置區 2">
            <a:extLst>
              <a:ext uri="{FF2B5EF4-FFF2-40B4-BE49-F238E27FC236}">
                <a16:creationId xmlns:a16="http://schemas.microsoft.com/office/drawing/2014/main" id="{E0BD1668-E3C8-2649-B959-DEA0BE5703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5599" y="1377809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26" name="文字版面配置區 2">
            <a:extLst>
              <a:ext uri="{FF2B5EF4-FFF2-40B4-BE49-F238E27FC236}">
                <a16:creationId xmlns:a16="http://schemas.microsoft.com/office/drawing/2014/main" id="{E12C60DF-61A2-5445-99F5-AEEB0D873EC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834542" y="1386228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19" name="投影片編號版面配置區 1">
            <a:extLst>
              <a:ext uri="{FF2B5EF4-FFF2-40B4-BE49-F238E27FC236}">
                <a16:creationId xmlns:a16="http://schemas.microsoft.com/office/drawing/2014/main" id="{75229067-49F1-574C-89D4-9C95CBE7D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8D722FF6-35F1-F542-AA4D-DE62265A10FF}"/>
              </a:ext>
            </a:extLst>
          </p:cNvPr>
          <p:cNvSpPr/>
          <p:nvPr userDrawn="1"/>
        </p:nvSpPr>
        <p:spPr>
          <a:xfrm>
            <a:off x="307426" y="3644419"/>
            <a:ext cx="11443347" cy="2237508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3" name="內容版面配置區 21">
            <a:extLst>
              <a:ext uri="{FF2B5EF4-FFF2-40B4-BE49-F238E27FC236}">
                <a16:creationId xmlns:a16="http://schemas.microsoft.com/office/drawing/2014/main" id="{A84272AE-052E-CC40-82C3-DEB70D7F2453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214" y="4196515"/>
            <a:ext cx="11118568" cy="1565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7" name="圓角化同側角落矩形 26">
            <a:extLst>
              <a:ext uri="{FF2B5EF4-FFF2-40B4-BE49-F238E27FC236}">
                <a16:creationId xmlns:a16="http://schemas.microsoft.com/office/drawing/2014/main" id="{1521FB1D-38AA-2A4F-82BD-E05632371EF3}"/>
              </a:ext>
            </a:extLst>
          </p:cNvPr>
          <p:cNvSpPr/>
          <p:nvPr userDrawn="1"/>
        </p:nvSpPr>
        <p:spPr>
          <a:xfrm>
            <a:off x="306607" y="3655477"/>
            <a:ext cx="11443348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8" name="文字版面配置區 2">
            <a:extLst>
              <a:ext uri="{FF2B5EF4-FFF2-40B4-BE49-F238E27FC236}">
                <a16:creationId xmlns:a16="http://schemas.microsoft.com/office/drawing/2014/main" id="{1E62CB65-A46E-6A4A-BC67-6D4799FB80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781" y="3694739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29" name="文字版面配置區 2">
            <a:extLst>
              <a:ext uri="{FF2B5EF4-FFF2-40B4-BE49-F238E27FC236}">
                <a16:creationId xmlns:a16="http://schemas.microsoft.com/office/drawing/2014/main" id="{55137A65-1C78-8B48-8E53-C23FA1ADD4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33724" y="3703158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</p:spTree>
    <p:extLst>
      <p:ext uri="{BB962C8B-B14F-4D97-AF65-F5344CB8AC3E}">
        <p14:creationId xmlns:p14="http://schemas.microsoft.com/office/powerpoint/2010/main" val="20680024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圓角矩形 22">
            <a:extLst>
              <a:ext uri="{FF2B5EF4-FFF2-40B4-BE49-F238E27FC236}">
                <a16:creationId xmlns:a16="http://schemas.microsoft.com/office/drawing/2014/main" id="{27E8A301-34D9-6149-9DF8-0AA49D19D95D}"/>
              </a:ext>
            </a:extLst>
          </p:cNvPr>
          <p:cNvSpPr/>
          <p:nvPr userDrawn="1"/>
        </p:nvSpPr>
        <p:spPr>
          <a:xfrm>
            <a:off x="311449" y="1547414"/>
            <a:ext cx="55800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602B5BCD-85F9-E94C-94B4-23107C229C42}"/>
              </a:ext>
            </a:extLst>
          </p:cNvPr>
          <p:cNvSpPr/>
          <p:nvPr userDrawn="1"/>
        </p:nvSpPr>
        <p:spPr>
          <a:xfrm>
            <a:off x="6211745" y="1547414"/>
            <a:ext cx="55800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7614B24-BCC3-AB4A-B9CA-28A53E69417A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4405443-97EE-0744-A11C-780C6477AADB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4B71AAE-38CA-EB41-8FEE-D192C52DA37D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2265E80-6482-B14C-831D-2660254F3811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546C206-1D4F-7F4C-934F-B62B083EC97F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5" name="文字版面配置區 13">
            <a:extLst>
              <a:ext uri="{FF2B5EF4-FFF2-40B4-BE49-F238E27FC236}">
                <a16:creationId xmlns:a16="http://schemas.microsoft.com/office/drawing/2014/main" id="{E996D22C-6086-DD4E-9E57-665A9BD5D0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rgbClr val="21253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FA2C61-7E33-7847-8473-DC78477CD528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EE18DBB6-7A66-3F4D-9981-A0BFFD690D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9D9F2C04-8B7C-AE47-9504-C23DC30961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112A0592-3929-2A4B-A58E-C65D8AAC7540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版面配置區 2">
            <a:extLst>
              <a:ext uri="{FF2B5EF4-FFF2-40B4-BE49-F238E27FC236}">
                <a16:creationId xmlns:a16="http://schemas.microsoft.com/office/drawing/2014/main" id="{1CCD71EB-33F6-764A-BB8B-9C242E67487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6" name="內容版面配置區 21">
            <a:extLst>
              <a:ext uri="{FF2B5EF4-FFF2-40B4-BE49-F238E27FC236}">
                <a16:creationId xmlns:a16="http://schemas.microsoft.com/office/drawing/2014/main" id="{6B62C7B0-E325-8042-A98C-AB339FC7F3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710" y="1968285"/>
            <a:ext cx="5143138" cy="3602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7" name="內容版面配置區 21">
            <a:extLst>
              <a:ext uri="{FF2B5EF4-FFF2-40B4-BE49-F238E27FC236}">
                <a16:creationId xmlns:a16="http://schemas.microsoft.com/office/drawing/2014/main" id="{B7BAF122-D658-5A46-B6B4-5A72F1809FF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319775" y="1968285"/>
            <a:ext cx="5447938" cy="3596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2" name="圓角化同側角落矩形 21">
            <a:extLst>
              <a:ext uri="{FF2B5EF4-FFF2-40B4-BE49-F238E27FC236}">
                <a16:creationId xmlns:a16="http://schemas.microsoft.com/office/drawing/2014/main" id="{8D040638-D9F3-0149-B078-94A5DE266131}"/>
              </a:ext>
            </a:extLst>
          </p:cNvPr>
          <p:cNvSpPr/>
          <p:nvPr userDrawn="1"/>
        </p:nvSpPr>
        <p:spPr>
          <a:xfrm>
            <a:off x="6211745" y="1553674"/>
            <a:ext cx="5555968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7" name="圓角化同側角落矩形 26">
            <a:extLst>
              <a:ext uri="{FF2B5EF4-FFF2-40B4-BE49-F238E27FC236}">
                <a16:creationId xmlns:a16="http://schemas.microsoft.com/office/drawing/2014/main" id="{EFD2667D-DCA2-034D-8C79-6041774E4312}"/>
              </a:ext>
            </a:extLst>
          </p:cNvPr>
          <p:cNvSpPr/>
          <p:nvPr userDrawn="1"/>
        </p:nvSpPr>
        <p:spPr>
          <a:xfrm>
            <a:off x="311447" y="1553209"/>
            <a:ext cx="5580000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9" name="文字版面配置區 2">
            <a:extLst>
              <a:ext uri="{FF2B5EF4-FFF2-40B4-BE49-F238E27FC236}">
                <a16:creationId xmlns:a16="http://schemas.microsoft.com/office/drawing/2014/main" id="{688B65DD-8317-024B-970E-73CBA9DF61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7347" y="1580958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31" name="文字版面配置區 2">
            <a:extLst>
              <a:ext uri="{FF2B5EF4-FFF2-40B4-BE49-F238E27FC236}">
                <a16:creationId xmlns:a16="http://schemas.microsoft.com/office/drawing/2014/main" id="{B43CC7D6-8F0C-8F4D-B87A-6F3181150B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98258" y="1598405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35" name="文字版面配置區 2">
            <a:extLst>
              <a:ext uri="{FF2B5EF4-FFF2-40B4-BE49-F238E27FC236}">
                <a16:creationId xmlns:a16="http://schemas.microsoft.com/office/drawing/2014/main" id="{56B19B7F-A9C5-8D4D-88CA-75A99DC7F51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9650" y="1573209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36" name="文字版面配置區 2">
            <a:extLst>
              <a:ext uri="{FF2B5EF4-FFF2-40B4-BE49-F238E27FC236}">
                <a16:creationId xmlns:a16="http://schemas.microsoft.com/office/drawing/2014/main" id="{BCC0F74E-192E-DF4E-BAE5-6ECD9D28F98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867098" y="1590656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5" name="投影片編號版面配置區 1">
            <a:extLst>
              <a:ext uri="{FF2B5EF4-FFF2-40B4-BE49-F238E27FC236}">
                <a16:creationId xmlns:a16="http://schemas.microsoft.com/office/drawing/2014/main" id="{482730CA-9CBE-CF41-957E-8001E385E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005196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只有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圓角矩形 22">
            <a:extLst>
              <a:ext uri="{FF2B5EF4-FFF2-40B4-BE49-F238E27FC236}">
                <a16:creationId xmlns:a16="http://schemas.microsoft.com/office/drawing/2014/main" id="{27E8A301-34D9-6149-9DF8-0AA49D19D95D}"/>
              </a:ext>
            </a:extLst>
          </p:cNvPr>
          <p:cNvSpPr/>
          <p:nvPr userDrawn="1"/>
        </p:nvSpPr>
        <p:spPr>
          <a:xfrm>
            <a:off x="311449" y="2040572"/>
            <a:ext cx="3670242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7614B24-BCC3-AB4A-B9CA-28A53E69417A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4405443-97EE-0744-A11C-780C6477AADB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4B71AAE-38CA-EB41-8FEE-D192C52DA37D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2265E80-6482-B14C-831D-2660254F3811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546C206-1D4F-7F4C-934F-B62B083EC97F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5" name="文字版面配置區 13">
            <a:extLst>
              <a:ext uri="{FF2B5EF4-FFF2-40B4-BE49-F238E27FC236}">
                <a16:creationId xmlns:a16="http://schemas.microsoft.com/office/drawing/2014/main" id="{E996D22C-6086-DD4E-9E57-665A9BD5D0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1357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rgbClr val="21253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FA2C61-7E33-7847-8473-DC78477CD528}"/>
              </a:ext>
            </a:extLst>
          </p:cNvPr>
          <p:cNvSpPr/>
          <p:nvPr userDrawn="1"/>
        </p:nvSpPr>
        <p:spPr>
          <a:xfrm>
            <a:off x="309880" y="1702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EE18DBB6-7A66-3F4D-9981-A0BFFD690D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7391" y="6333846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9D9F2C04-8B7C-AE47-9504-C23DC30961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6341291"/>
            <a:ext cx="1034355" cy="441325"/>
          </a:xfrm>
          <a:prstGeom prst="rect">
            <a:avLst/>
          </a:prstGeom>
        </p:spPr>
      </p:pic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112A0592-3929-2A4B-A58E-C65D8AAC7540}"/>
              </a:ext>
            </a:extLst>
          </p:cNvPr>
          <p:cNvCxnSpPr/>
          <p:nvPr userDrawn="1"/>
        </p:nvCxnSpPr>
        <p:spPr>
          <a:xfrm>
            <a:off x="10584031" y="6306536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版面配置區 2">
            <a:extLst>
              <a:ext uri="{FF2B5EF4-FFF2-40B4-BE49-F238E27FC236}">
                <a16:creationId xmlns:a16="http://schemas.microsoft.com/office/drawing/2014/main" id="{1CCD71EB-33F6-764A-BB8B-9C242E67487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09881" y="5269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6" name="內容版面配置區 21">
            <a:extLst>
              <a:ext uri="{FF2B5EF4-FFF2-40B4-BE49-F238E27FC236}">
                <a16:creationId xmlns:a16="http://schemas.microsoft.com/office/drawing/2014/main" id="{6B62C7B0-E325-8042-A98C-AB339FC7F3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710" y="2461443"/>
            <a:ext cx="2920799" cy="3602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7" name="圓角化同側角落矩形 26">
            <a:extLst>
              <a:ext uri="{FF2B5EF4-FFF2-40B4-BE49-F238E27FC236}">
                <a16:creationId xmlns:a16="http://schemas.microsoft.com/office/drawing/2014/main" id="{EFD2667D-DCA2-034D-8C79-6041774E4312}"/>
              </a:ext>
            </a:extLst>
          </p:cNvPr>
          <p:cNvSpPr/>
          <p:nvPr userDrawn="1"/>
        </p:nvSpPr>
        <p:spPr>
          <a:xfrm>
            <a:off x="311446" y="2046367"/>
            <a:ext cx="3670241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9" name="文字版面配置區 2">
            <a:extLst>
              <a:ext uri="{FF2B5EF4-FFF2-40B4-BE49-F238E27FC236}">
                <a16:creationId xmlns:a16="http://schemas.microsoft.com/office/drawing/2014/main" id="{688B65DD-8317-024B-970E-73CBA9DF61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7347" y="2074116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31" name="文字版面配置區 2">
            <a:extLst>
              <a:ext uri="{FF2B5EF4-FFF2-40B4-BE49-F238E27FC236}">
                <a16:creationId xmlns:a16="http://schemas.microsoft.com/office/drawing/2014/main" id="{B43CC7D6-8F0C-8F4D-B87A-6F3181150B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20138" y="2067466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5" name="投影片編號版面配置區 1">
            <a:extLst>
              <a:ext uri="{FF2B5EF4-FFF2-40B4-BE49-F238E27FC236}">
                <a16:creationId xmlns:a16="http://schemas.microsoft.com/office/drawing/2014/main" id="{482730CA-9CBE-CF41-957E-8001E385E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9440BCFA-67A1-E049-B776-B55BA1854F6D}"/>
              </a:ext>
            </a:extLst>
          </p:cNvPr>
          <p:cNvSpPr/>
          <p:nvPr userDrawn="1"/>
        </p:nvSpPr>
        <p:spPr>
          <a:xfrm>
            <a:off x="4237729" y="2040572"/>
            <a:ext cx="3670242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8" name="內容版面配置區 21">
            <a:extLst>
              <a:ext uri="{FF2B5EF4-FFF2-40B4-BE49-F238E27FC236}">
                <a16:creationId xmlns:a16="http://schemas.microsoft.com/office/drawing/2014/main" id="{C89BC191-6DBF-BE43-98C7-FD0EAB3C3F0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338990" y="2461443"/>
            <a:ext cx="2920799" cy="3602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0" name="圓角化同側角落矩形 29">
            <a:extLst>
              <a:ext uri="{FF2B5EF4-FFF2-40B4-BE49-F238E27FC236}">
                <a16:creationId xmlns:a16="http://schemas.microsoft.com/office/drawing/2014/main" id="{51BBD467-A6C0-8C41-89E1-012B3938FA9E}"/>
              </a:ext>
            </a:extLst>
          </p:cNvPr>
          <p:cNvSpPr/>
          <p:nvPr userDrawn="1"/>
        </p:nvSpPr>
        <p:spPr>
          <a:xfrm>
            <a:off x="4237726" y="2046367"/>
            <a:ext cx="3670241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2" name="文字版面配置區 2">
            <a:extLst>
              <a:ext uri="{FF2B5EF4-FFF2-40B4-BE49-F238E27FC236}">
                <a16:creationId xmlns:a16="http://schemas.microsoft.com/office/drawing/2014/main" id="{ABE46261-6AA1-4045-ACF2-323FB20440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13627" y="2074116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34" name="文字版面配置區 2">
            <a:extLst>
              <a:ext uri="{FF2B5EF4-FFF2-40B4-BE49-F238E27FC236}">
                <a16:creationId xmlns:a16="http://schemas.microsoft.com/office/drawing/2014/main" id="{0B597411-AD86-A446-8126-DD971A1038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69568" y="2067466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72DE9021-38FE-EB4E-85ED-2786B0E02DAC}"/>
              </a:ext>
            </a:extLst>
          </p:cNvPr>
          <p:cNvSpPr/>
          <p:nvPr userDrawn="1"/>
        </p:nvSpPr>
        <p:spPr>
          <a:xfrm>
            <a:off x="8107929" y="2040572"/>
            <a:ext cx="3670242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40" name="內容版面配置區 21">
            <a:extLst>
              <a:ext uri="{FF2B5EF4-FFF2-40B4-BE49-F238E27FC236}">
                <a16:creationId xmlns:a16="http://schemas.microsoft.com/office/drawing/2014/main" id="{3914FD3F-72B4-2D4C-90F8-A6492F9C7DE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209190" y="2461443"/>
            <a:ext cx="2920799" cy="3602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1" name="圓角化同側角落矩形 40">
            <a:extLst>
              <a:ext uri="{FF2B5EF4-FFF2-40B4-BE49-F238E27FC236}">
                <a16:creationId xmlns:a16="http://schemas.microsoft.com/office/drawing/2014/main" id="{71BE2923-2CD4-CF42-8027-5A6DB9368EB5}"/>
              </a:ext>
            </a:extLst>
          </p:cNvPr>
          <p:cNvSpPr/>
          <p:nvPr userDrawn="1"/>
        </p:nvSpPr>
        <p:spPr>
          <a:xfrm>
            <a:off x="8107926" y="2046367"/>
            <a:ext cx="3670241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42" name="文字版面配置區 2">
            <a:extLst>
              <a:ext uri="{FF2B5EF4-FFF2-40B4-BE49-F238E27FC236}">
                <a16:creationId xmlns:a16="http://schemas.microsoft.com/office/drawing/2014/main" id="{0342BD00-F96B-854A-8D8A-F96F1648C5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83827" y="2074116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3" name="文字版面配置區 2">
            <a:extLst>
              <a:ext uri="{FF2B5EF4-FFF2-40B4-BE49-F238E27FC236}">
                <a16:creationId xmlns:a16="http://schemas.microsoft.com/office/drawing/2014/main" id="{D75C7FF6-045B-FC4D-ABB7-2ABD8A7512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916618" y="2067466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</p:spTree>
    <p:extLst>
      <p:ext uri="{BB962C8B-B14F-4D97-AF65-F5344CB8AC3E}">
        <p14:creationId xmlns:p14="http://schemas.microsoft.com/office/powerpoint/2010/main" val="27252283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247A32F9-AD6E-0644-A828-ACDEFBC105F6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56BC82F-591F-9B48-B358-7934D1C7E91F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862E27B-741A-404E-B52D-E772C1AC3ADA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E6031AB-9B8F-824C-B22A-3008ACC36DC5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E883038-0EC6-5B4A-B96F-B32809699F04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0" name="文字版面配置區 13">
            <a:extLst>
              <a:ext uri="{FF2B5EF4-FFF2-40B4-BE49-F238E27FC236}">
                <a16:creationId xmlns:a16="http://schemas.microsoft.com/office/drawing/2014/main" id="{C7AADA6E-C803-094F-89C4-F156ED348F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rgbClr val="21253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2" name="文字版面配置區 2">
            <a:extLst>
              <a:ext uri="{FF2B5EF4-FFF2-40B4-BE49-F238E27FC236}">
                <a16:creationId xmlns:a16="http://schemas.microsoft.com/office/drawing/2014/main" id="{72FF20DD-BD49-DD40-8758-571CB8C37D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11C8EC9-B91F-5544-B4C1-269E6E77EBC9}"/>
              </a:ext>
            </a:extLst>
          </p:cNvPr>
          <p:cNvSpPr/>
          <p:nvPr userDrawn="1"/>
        </p:nvSpPr>
        <p:spPr>
          <a:xfrm>
            <a:off x="314080" y="1547414"/>
            <a:ext cx="21764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2" name="圓角化同側角落矩形 31">
            <a:extLst>
              <a:ext uri="{FF2B5EF4-FFF2-40B4-BE49-F238E27FC236}">
                <a16:creationId xmlns:a16="http://schemas.microsoft.com/office/drawing/2014/main" id="{D99E3809-B79F-AF4C-B472-0E4DFBF76B82}"/>
              </a:ext>
            </a:extLst>
          </p:cNvPr>
          <p:cNvSpPr/>
          <p:nvPr userDrawn="1"/>
        </p:nvSpPr>
        <p:spPr>
          <a:xfrm>
            <a:off x="316976" y="1554291"/>
            <a:ext cx="2176400" cy="295653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F3AF4D2-570A-7649-831C-AE5B8D79EA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75DDD46-656B-6641-BF9B-AAF44AD4F7F9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B9F548FC-3999-8C4A-B8FD-886FF726808E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952039B3-A4F3-A343-B366-BB9C8EB1C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348" y="1572946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18" name="文字版面配置區 2">
            <a:extLst>
              <a:ext uri="{FF2B5EF4-FFF2-40B4-BE49-F238E27FC236}">
                <a16:creationId xmlns:a16="http://schemas.microsoft.com/office/drawing/2014/main" id="{51D509FD-36FE-1248-ACCC-03EDFAAD48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11108" y="1594182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37114752-89B0-044F-A0B4-7D61E73D26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5" name="內容版面配置區 21">
            <a:extLst>
              <a:ext uri="{FF2B5EF4-FFF2-40B4-BE49-F238E27FC236}">
                <a16:creationId xmlns:a16="http://schemas.microsoft.com/office/drawing/2014/main" id="{97770410-20CF-984C-8448-4861386A13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340" y="1957953"/>
            <a:ext cx="1847228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6" name="投影片編號版面配置區 1">
            <a:extLst>
              <a:ext uri="{FF2B5EF4-FFF2-40B4-BE49-F238E27FC236}">
                <a16:creationId xmlns:a16="http://schemas.microsoft.com/office/drawing/2014/main" id="{06EC88E2-6B00-8946-857A-15EA7EB47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E4AF5F7A-BE66-AA48-B4E2-9A22D3BD5A8C}"/>
              </a:ext>
            </a:extLst>
          </p:cNvPr>
          <p:cNvSpPr/>
          <p:nvPr userDrawn="1"/>
        </p:nvSpPr>
        <p:spPr>
          <a:xfrm>
            <a:off x="2634844" y="1547452"/>
            <a:ext cx="21764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8" name="圓角化同側角落矩形 37">
            <a:extLst>
              <a:ext uri="{FF2B5EF4-FFF2-40B4-BE49-F238E27FC236}">
                <a16:creationId xmlns:a16="http://schemas.microsoft.com/office/drawing/2014/main" id="{4424D9DC-8140-6645-826C-C24FBBE0C9E2}"/>
              </a:ext>
            </a:extLst>
          </p:cNvPr>
          <p:cNvSpPr/>
          <p:nvPr userDrawn="1"/>
        </p:nvSpPr>
        <p:spPr>
          <a:xfrm>
            <a:off x="2637740" y="1554329"/>
            <a:ext cx="2176400" cy="295653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47" name="文字版面配置區 2">
            <a:extLst>
              <a:ext uri="{FF2B5EF4-FFF2-40B4-BE49-F238E27FC236}">
                <a16:creationId xmlns:a16="http://schemas.microsoft.com/office/drawing/2014/main" id="{A27756E9-C422-BA40-A992-18D1010E78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74112" y="1572984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51" name="文字版面配置區 2">
            <a:extLst>
              <a:ext uri="{FF2B5EF4-FFF2-40B4-BE49-F238E27FC236}">
                <a16:creationId xmlns:a16="http://schemas.microsoft.com/office/drawing/2014/main" id="{13BBA6C9-1637-C24F-8865-E7BF3D5549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31872" y="1594220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52" name="內容版面配置區 21">
            <a:extLst>
              <a:ext uri="{FF2B5EF4-FFF2-40B4-BE49-F238E27FC236}">
                <a16:creationId xmlns:a16="http://schemas.microsoft.com/office/drawing/2014/main" id="{E7BD24C3-61B4-504C-B3D4-59620742EB2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2736104" y="1957991"/>
            <a:ext cx="1847228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C65DBEA8-79E8-CA46-9D82-E0DFC078C483}"/>
              </a:ext>
            </a:extLst>
          </p:cNvPr>
          <p:cNvSpPr/>
          <p:nvPr userDrawn="1"/>
        </p:nvSpPr>
        <p:spPr>
          <a:xfrm>
            <a:off x="4956536" y="1546142"/>
            <a:ext cx="21764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4" name="圓角化同側角落矩形 53">
            <a:extLst>
              <a:ext uri="{FF2B5EF4-FFF2-40B4-BE49-F238E27FC236}">
                <a16:creationId xmlns:a16="http://schemas.microsoft.com/office/drawing/2014/main" id="{543EFF36-45FF-2942-B253-5C65DF27B8B2}"/>
              </a:ext>
            </a:extLst>
          </p:cNvPr>
          <p:cNvSpPr/>
          <p:nvPr userDrawn="1"/>
        </p:nvSpPr>
        <p:spPr>
          <a:xfrm>
            <a:off x="4959432" y="1553019"/>
            <a:ext cx="2176400" cy="295653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5" name="文字版面配置區 2">
            <a:extLst>
              <a:ext uri="{FF2B5EF4-FFF2-40B4-BE49-F238E27FC236}">
                <a16:creationId xmlns:a16="http://schemas.microsoft.com/office/drawing/2014/main" id="{75076FD3-D6DB-AF4B-AB94-3245FD989F2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95804" y="1571674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56" name="文字版面配置區 2">
            <a:extLst>
              <a:ext uri="{FF2B5EF4-FFF2-40B4-BE49-F238E27FC236}">
                <a16:creationId xmlns:a16="http://schemas.microsoft.com/office/drawing/2014/main" id="{FD28EDA5-85F1-1349-AA75-A7CB646654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53564" y="1592910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57" name="內容版面配置區 21">
            <a:extLst>
              <a:ext uri="{FF2B5EF4-FFF2-40B4-BE49-F238E27FC236}">
                <a16:creationId xmlns:a16="http://schemas.microsoft.com/office/drawing/2014/main" id="{714B7CC6-CAE4-CA48-AC21-694A99ED2CFD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5057796" y="1956681"/>
            <a:ext cx="1847228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8" name="圓角矩形 57">
            <a:extLst>
              <a:ext uri="{FF2B5EF4-FFF2-40B4-BE49-F238E27FC236}">
                <a16:creationId xmlns:a16="http://schemas.microsoft.com/office/drawing/2014/main" id="{092895C1-FF1A-5141-BE2D-924605ECC09F}"/>
              </a:ext>
            </a:extLst>
          </p:cNvPr>
          <p:cNvSpPr/>
          <p:nvPr userDrawn="1"/>
        </p:nvSpPr>
        <p:spPr>
          <a:xfrm>
            <a:off x="7277300" y="1547412"/>
            <a:ext cx="21764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59" name="圓角化同側角落矩形 58">
            <a:extLst>
              <a:ext uri="{FF2B5EF4-FFF2-40B4-BE49-F238E27FC236}">
                <a16:creationId xmlns:a16="http://schemas.microsoft.com/office/drawing/2014/main" id="{FB7D059C-2087-3944-83A1-F634D304EE63}"/>
              </a:ext>
            </a:extLst>
          </p:cNvPr>
          <p:cNvSpPr/>
          <p:nvPr userDrawn="1"/>
        </p:nvSpPr>
        <p:spPr>
          <a:xfrm>
            <a:off x="7280196" y="1554289"/>
            <a:ext cx="2176400" cy="295653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60" name="文字版面配置區 2">
            <a:extLst>
              <a:ext uri="{FF2B5EF4-FFF2-40B4-BE49-F238E27FC236}">
                <a16:creationId xmlns:a16="http://schemas.microsoft.com/office/drawing/2014/main" id="{27F9E6F2-8D1D-DB4C-AA1C-C3DF17CD82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16568" y="1572944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61" name="文字版面配置區 2">
            <a:extLst>
              <a:ext uri="{FF2B5EF4-FFF2-40B4-BE49-F238E27FC236}">
                <a16:creationId xmlns:a16="http://schemas.microsoft.com/office/drawing/2014/main" id="{3F0DA79F-F5D9-B240-ABF5-1541AC7DEC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74328" y="1594180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62" name="內容版面配置區 21">
            <a:extLst>
              <a:ext uri="{FF2B5EF4-FFF2-40B4-BE49-F238E27FC236}">
                <a16:creationId xmlns:a16="http://schemas.microsoft.com/office/drawing/2014/main" id="{B8859073-B375-DB46-AD51-CA9603664627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7378560" y="1957951"/>
            <a:ext cx="1847228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0F10A8F4-208E-F544-9A06-18D0BF3E4643}"/>
              </a:ext>
            </a:extLst>
          </p:cNvPr>
          <p:cNvSpPr/>
          <p:nvPr userDrawn="1"/>
        </p:nvSpPr>
        <p:spPr>
          <a:xfrm>
            <a:off x="9621149" y="1547413"/>
            <a:ext cx="2176400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64" name="圓角化同側角落矩形 63">
            <a:extLst>
              <a:ext uri="{FF2B5EF4-FFF2-40B4-BE49-F238E27FC236}">
                <a16:creationId xmlns:a16="http://schemas.microsoft.com/office/drawing/2014/main" id="{07EA2B57-993C-A54E-9797-00AB69EF5EB8}"/>
              </a:ext>
            </a:extLst>
          </p:cNvPr>
          <p:cNvSpPr/>
          <p:nvPr userDrawn="1"/>
        </p:nvSpPr>
        <p:spPr>
          <a:xfrm>
            <a:off x="9624045" y="1554290"/>
            <a:ext cx="2176400" cy="295653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65" name="文字版面配置區 2">
            <a:extLst>
              <a:ext uri="{FF2B5EF4-FFF2-40B4-BE49-F238E27FC236}">
                <a16:creationId xmlns:a16="http://schemas.microsoft.com/office/drawing/2014/main" id="{DBFE8782-64B3-B140-AAE2-49CC48670E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660417" y="1572945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66" name="文字版面配置區 2">
            <a:extLst>
              <a:ext uri="{FF2B5EF4-FFF2-40B4-BE49-F238E27FC236}">
                <a16:creationId xmlns:a16="http://schemas.microsoft.com/office/drawing/2014/main" id="{D7CFEF28-8435-2A43-BEB5-3E31E29B6B3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1018177" y="1594181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67" name="內容版面配置區 21">
            <a:extLst>
              <a:ext uri="{FF2B5EF4-FFF2-40B4-BE49-F238E27FC236}">
                <a16:creationId xmlns:a16="http://schemas.microsoft.com/office/drawing/2014/main" id="{2350D71F-C321-CE4B-B71B-D611846493F8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9722409" y="1957952"/>
            <a:ext cx="1847228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5966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4B7E19B0-2D1B-914B-AD8E-263626C64F6C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8D14DDF-3E5F-BD46-83E0-AE22BE695C0F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642A302-99E1-304F-A4BB-7B127081DA79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F337F61-4FBF-4C41-A8D2-1553D86A8331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1C99081-9CD3-824A-A59E-EA4C63814639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8" name="文字版面配置區 13">
            <a:extLst>
              <a:ext uri="{FF2B5EF4-FFF2-40B4-BE49-F238E27FC236}">
                <a16:creationId xmlns:a16="http://schemas.microsoft.com/office/drawing/2014/main" id="{B0060B27-5F9F-5F42-B06C-3B05DB118D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rgbClr val="21253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D64C755-752B-5346-AD9A-CDE9D6A88C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6837" y="227013"/>
            <a:ext cx="1034355" cy="441325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E5CEEF16-BEFF-CC48-BE7B-DADD2FD9EE0F}"/>
              </a:ext>
            </a:extLst>
          </p:cNvPr>
          <p:cNvCxnSpPr/>
          <p:nvPr userDrawn="1"/>
        </p:nvCxnSpPr>
        <p:spPr>
          <a:xfrm>
            <a:off x="10892262" y="192258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74A5F70-2C04-4748-8507-85E8652995CB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13" name="投影片編號版面配置區 1">
            <a:extLst>
              <a:ext uri="{FF2B5EF4-FFF2-40B4-BE49-F238E27FC236}">
                <a16:creationId xmlns:a16="http://schemas.microsoft.com/office/drawing/2014/main" id="{E2295475-C61B-1A4B-841B-EEB8EB70D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80146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7106918B-44EF-BE43-BE10-FCB9D285FCF1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E18BA4A-54DD-6444-BC16-8A2205023B13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640398F-3067-C44E-8B79-EDD23DB7468B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FDBEDDB-3F7B-B149-9BE2-343B04554AF4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A1D2EE7-1C27-6C41-8BF7-6AEE543867FF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8" name="文字版面配置區 13">
            <a:extLst>
              <a:ext uri="{FF2B5EF4-FFF2-40B4-BE49-F238E27FC236}">
                <a16:creationId xmlns:a16="http://schemas.microsoft.com/office/drawing/2014/main" id="{9834ACA2-FFDA-BA48-9F0F-6946585532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rgbClr val="21253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4A7D1F5D-EA26-AC42-BE70-64F3C60613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0BE6573A-59CE-0742-979D-BDE3CAFE23B1}"/>
              </a:ext>
            </a:extLst>
          </p:cNvPr>
          <p:cNvSpPr/>
          <p:nvPr userDrawn="1"/>
        </p:nvSpPr>
        <p:spPr>
          <a:xfrm>
            <a:off x="308244" y="1547414"/>
            <a:ext cx="11443347" cy="413812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C2CC0C-CA43-C744-93FF-F75610C9A2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4BFBB0C-B3F7-4446-B0DE-22C44FC31DB1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CD26156-63B2-8147-93EB-0745FFD8DD31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0" name="文字版面配置區 2">
            <a:extLst>
              <a:ext uri="{FF2B5EF4-FFF2-40B4-BE49-F238E27FC236}">
                <a16:creationId xmlns:a16="http://schemas.microsoft.com/office/drawing/2014/main" id="{2B65C6AE-9E41-D44A-B05B-C38C7D7D403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1" name="內容版面配置區 21">
            <a:extLst>
              <a:ext uri="{FF2B5EF4-FFF2-40B4-BE49-F238E27FC236}">
                <a16:creationId xmlns:a16="http://schemas.microsoft.com/office/drawing/2014/main" id="{43576763-C4E6-1241-83BB-31A57B091F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0032" y="2099510"/>
            <a:ext cx="11118568" cy="34711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4" name="圓角化同側角落矩形 23">
            <a:extLst>
              <a:ext uri="{FF2B5EF4-FFF2-40B4-BE49-F238E27FC236}">
                <a16:creationId xmlns:a16="http://schemas.microsoft.com/office/drawing/2014/main" id="{0199A362-87A6-0442-9FE2-DD36575827BA}"/>
              </a:ext>
            </a:extLst>
          </p:cNvPr>
          <p:cNvSpPr/>
          <p:nvPr userDrawn="1"/>
        </p:nvSpPr>
        <p:spPr>
          <a:xfrm>
            <a:off x="307425" y="1558472"/>
            <a:ext cx="11443348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5" name="文字版面配置區 2">
            <a:extLst>
              <a:ext uri="{FF2B5EF4-FFF2-40B4-BE49-F238E27FC236}">
                <a16:creationId xmlns:a16="http://schemas.microsoft.com/office/drawing/2014/main" id="{E0BD1668-E3C8-2649-B959-DEA0BE5703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5599" y="1597734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26" name="文字版面配置區 2">
            <a:extLst>
              <a:ext uri="{FF2B5EF4-FFF2-40B4-BE49-F238E27FC236}">
                <a16:creationId xmlns:a16="http://schemas.microsoft.com/office/drawing/2014/main" id="{E12C60DF-61A2-5445-99F5-AEEB0D873EC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834542" y="1606153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19" name="投影片編號版面配置區 1">
            <a:extLst>
              <a:ext uri="{FF2B5EF4-FFF2-40B4-BE49-F238E27FC236}">
                <a16:creationId xmlns:a16="http://schemas.microsoft.com/office/drawing/2014/main" id="{75229067-49F1-574C-89D4-9C95CBE7D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7390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7106918B-44EF-BE43-BE10-FCB9D285FCF1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E18BA4A-54DD-6444-BC16-8A2205023B13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640398F-3067-C44E-8B79-EDD23DB7468B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FDBEDDB-3F7B-B149-9BE2-343B04554AF4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A1D2EE7-1C27-6C41-8BF7-6AEE543867FF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8" name="文字版面配置區 13">
            <a:extLst>
              <a:ext uri="{FF2B5EF4-FFF2-40B4-BE49-F238E27FC236}">
                <a16:creationId xmlns:a16="http://schemas.microsoft.com/office/drawing/2014/main" id="{9834ACA2-FFDA-BA48-9F0F-6946585532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rgbClr val="21253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4A7D1F5D-EA26-AC42-BE70-64F3C60613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0BE6573A-59CE-0742-979D-BDE3CAFE23B1}"/>
              </a:ext>
            </a:extLst>
          </p:cNvPr>
          <p:cNvSpPr/>
          <p:nvPr userDrawn="1"/>
        </p:nvSpPr>
        <p:spPr>
          <a:xfrm>
            <a:off x="308244" y="1327489"/>
            <a:ext cx="11443347" cy="2237508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C2CC0C-CA43-C744-93FF-F75610C9A2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4BFBB0C-B3F7-4446-B0DE-22C44FC31DB1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CD26156-63B2-8147-93EB-0745FFD8DD31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0" name="文字版面配置區 2">
            <a:extLst>
              <a:ext uri="{FF2B5EF4-FFF2-40B4-BE49-F238E27FC236}">
                <a16:creationId xmlns:a16="http://schemas.microsoft.com/office/drawing/2014/main" id="{2B65C6AE-9E41-D44A-B05B-C38C7D7D403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1" name="內容版面配置區 21">
            <a:extLst>
              <a:ext uri="{FF2B5EF4-FFF2-40B4-BE49-F238E27FC236}">
                <a16:creationId xmlns:a16="http://schemas.microsoft.com/office/drawing/2014/main" id="{43576763-C4E6-1241-83BB-31A57B091F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0032" y="1879585"/>
            <a:ext cx="11118568" cy="1565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4" name="圓角化同側角落矩形 23">
            <a:extLst>
              <a:ext uri="{FF2B5EF4-FFF2-40B4-BE49-F238E27FC236}">
                <a16:creationId xmlns:a16="http://schemas.microsoft.com/office/drawing/2014/main" id="{0199A362-87A6-0442-9FE2-DD36575827BA}"/>
              </a:ext>
            </a:extLst>
          </p:cNvPr>
          <p:cNvSpPr/>
          <p:nvPr userDrawn="1"/>
        </p:nvSpPr>
        <p:spPr>
          <a:xfrm>
            <a:off x="307425" y="1338547"/>
            <a:ext cx="11443348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5" name="文字版面配置區 2">
            <a:extLst>
              <a:ext uri="{FF2B5EF4-FFF2-40B4-BE49-F238E27FC236}">
                <a16:creationId xmlns:a16="http://schemas.microsoft.com/office/drawing/2014/main" id="{E0BD1668-E3C8-2649-B959-DEA0BE5703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5599" y="1377809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26" name="文字版面配置區 2">
            <a:extLst>
              <a:ext uri="{FF2B5EF4-FFF2-40B4-BE49-F238E27FC236}">
                <a16:creationId xmlns:a16="http://schemas.microsoft.com/office/drawing/2014/main" id="{E12C60DF-61A2-5445-99F5-AEEB0D873EC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834542" y="1386228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19" name="投影片編號版面配置區 1">
            <a:extLst>
              <a:ext uri="{FF2B5EF4-FFF2-40B4-BE49-F238E27FC236}">
                <a16:creationId xmlns:a16="http://schemas.microsoft.com/office/drawing/2014/main" id="{75229067-49F1-574C-89D4-9C95CBE7D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8D722FF6-35F1-F542-AA4D-DE62265A10FF}"/>
              </a:ext>
            </a:extLst>
          </p:cNvPr>
          <p:cNvSpPr/>
          <p:nvPr userDrawn="1"/>
        </p:nvSpPr>
        <p:spPr>
          <a:xfrm>
            <a:off x="307426" y="3644419"/>
            <a:ext cx="11443347" cy="2237508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3" name="內容版面配置區 21">
            <a:extLst>
              <a:ext uri="{FF2B5EF4-FFF2-40B4-BE49-F238E27FC236}">
                <a16:creationId xmlns:a16="http://schemas.microsoft.com/office/drawing/2014/main" id="{A84272AE-052E-CC40-82C3-DEB70D7F2453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214" y="4196515"/>
            <a:ext cx="11118568" cy="1565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7" name="圓角化同側角落矩形 26">
            <a:extLst>
              <a:ext uri="{FF2B5EF4-FFF2-40B4-BE49-F238E27FC236}">
                <a16:creationId xmlns:a16="http://schemas.microsoft.com/office/drawing/2014/main" id="{1521FB1D-38AA-2A4F-82BD-E05632371EF3}"/>
              </a:ext>
            </a:extLst>
          </p:cNvPr>
          <p:cNvSpPr/>
          <p:nvPr userDrawn="1"/>
        </p:nvSpPr>
        <p:spPr>
          <a:xfrm>
            <a:off x="306607" y="3655477"/>
            <a:ext cx="11443348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8" name="文字版面配置區 2">
            <a:extLst>
              <a:ext uri="{FF2B5EF4-FFF2-40B4-BE49-F238E27FC236}">
                <a16:creationId xmlns:a16="http://schemas.microsoft.com/office/drawing/2014/main" id="{1E62CB65-A46E-6A4A-BC67-6D4799FB80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781" y="3694739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29" name="文字版面配置區 2">
            <a:extLst>
              <a:ext uri="{FF2B5EF4-FFF2-40B4-BE49-F238E27FC236}">
                <a16:creationId xmlns:a16="http://schemas.microsoft.com/office/drawing/2014/main" id="{55137A65-1C78-8B48-8E53-C23FA1ADD4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33724" y="3703158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</p:spTree>
    <p:extLst>
      <p:ext uri="{BB962C8B-B14F-4D97-AF65-F5344CB8AC3E}">
        <p14:creationId xmlns:p14="http://schemas.microsoft.com/office/powerpoint/2010/main" val="3379218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76897142-79AD-AA47-9CAE-323436C3D3E4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613E8CD-0915-8842-8C2A-7E7C4A3B2697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091C62F-854A-7E45-9444-2995E171BFD7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FAA66B8-E87B-C84E-8855-B18F71927387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3F8F0A8-8901-0C4B-8139-216F8D0D5ABE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E99CE7C8-EB4C-5944-B571-70CB3B0C1B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01C10F1-DF5F-8945-B88C-40B31A5DB0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D766F6D0-5B71-F948-8B6C-740036A37798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投影片編號版面配置區 1">
            <a:extLst>
              <a:ext uri="{FF2B5EF4-FFF2-40B4-BE49-F238E27FC236}">
                <a16:creationId xmlns:a16="http://schemas.microsoft.com/office/drawing/2014/main" id="{D486ED1A-970A-B044-9097-A1ACB12F1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88534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BBDE3BC6-6112-A04D-B5FA-19B5325BC38B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704C93B-4F94-054C-9E0A-46D72EB7B4C7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DB0B6F5-5ABC-E04F-98AA-83CFEE8BFD6D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87F8618-03D8-DB42-BD0E-A62428CFD9F5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F1DC729-EE50-7246-AF2E-3A2C815A53E3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0" name="文字版面配置區 13">
            <a:extLst>
              <a:ext uri="{FF2B5EF4-FFF2-40B4-BE49-F238E27FC236}">
                <a16:creationId xmlns:a16="http://schemas.microsoft.com/office/drawing/2014/main" id="{80FF0F11-D9A7-FB40-A39C-AFB633111F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41" y="444714"/>
            <a:ext cx="2325764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3" name="文字版面配置區 13">
            <a:extLst>
              <a:ext uri="{FF2B5EF4-FFF2-40B4-BE49-F238E27FC236}">
                <a16:creationId xmlns:a16="http://schemas.microsoft.com/office/drawing/2014/main" id="{3DA3E0E7-729E-3D45-93C7-AFA4979592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447" y="1261988"/>
            <a:ext cx="2488492" cy="3128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bg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F478615F-34E0-E245-A0C9-88088EF1B5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47" y="3587156"/>
            <a:ext cx="2488492" cy="3128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bg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5" name="文字版面配置區 2">
            <a:extLst>
              <a:ext uri="{FF2B5EF4-FFF2-40B4-BE49-F238E27FC236}">
                <a16:creationId xmlns:a16="http://schemas.microsoft.com/office/drawing/2014/main" id="{B7C0B1C7-53F1-5049-A653-0CE35D9684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3459" y="1718930"/>
            <a:ext cx="11404720" cy="125730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18" name="文字版面配置區 2">
            <a:extLst>
              <a:ext uri="{FF2B5EF4-FFF2-40B4-BE49-F238E27FC236}">
                <a16:creationId xmlns:a16="http://schemas.microsoft.com/office/drawing/2014/main" id="{A24E065E-28B7-0C4F-BD6C-7B02B957BA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3459" y="4043240"/>
            <a:ext cx="11404720" cy="125730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6E493764-FC4C-E44E-9B7F-0A3E0C801050}"/>
              </a:ext>
            </a:extLst>
          </p:cNvPr>
          <p:cNvGrpSpPr/>
          <p:nvPr userDrawn="1"/>
        </p:nvGrpSpPr>
        <p:grpSpPr>
          <a:xfrm>
            <a:off x="10447506" y="5946945"/>
            <a:ext cx="1339681" cy="510633"/>
            <a:chOff x="10447506" y="5946945"/>
            <a:chExt cx="1339681" cy="510633"/>
          </a:xfrm>
        </p:grpSpPr>
        <p:pic>
          <p:nvPicPr>
            <p:cNvPr id="19" name="圖片 18" descr="一張含有 文字, 美工圖案, 餐具 的圖片&#10;&#10;自動產生的描述">
              <a:extLst>
                <a:ext uri="{FF2B5EF4-FFF2-40B4-BE49-F238E27FC236}">
                  <a16:creationId xmlns:a16="http://schemas.microsoft.com/office/drawing/2014/main" id="{109864EB-0D97-5048-B561-20BDFD8C6B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03149" y="5946945"/>
              <a:ext cx="1184038" cy="510633"/>
            </a:xfrm>
            <a:prstGeom prst="rect">
              <a:avLst/>
            </a:prstGeom>
          </p:spPr>
        </p:pic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B004A818-2724-894F-AC82-3E9C236E41A9}"/>
                </a:ext>
              </a:extLst>
            </p:cNvPr>
            <p:cNvCxnSpPr/>
            <p:nvPr userDrawn="1"/>
          </p:nvCxnSpPr>
          <p:spPr>
            <a:xfrm>
              <a:off x="10447506" y="5946945"/>
              <a:ext cx="0" cy="51063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圖片版面配置區 22">
            <a:extLst>
              <a:ext uri="{FF2B5EF4-FFF2-40B4-BE49-F238E27FC236}">
                <a16:creationId xmlns:a16="http://schemas.microsoft.com/office/drawing/2014/main" id="{FD5369C2-2B42-5949-8C68-CF4251F3BE9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3459" y="1265216"/>
            <a:ext cx="297755" cy="309616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4" name="圖片版面配置區 22">
            <a:extLst>
              <a:ext uri="{FF2B5EF4-FFF2-40B4-BE49-F238E27FC236}">
                <a16:creationId xmlns:a16="http://schemas.microsoft.com/office/drawing/2014/main" id="{F0D64537-8B33-3143-B9DB-0C7EFB95C1A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3459" y="3592464"/>
            <a:ext cx="297755" cy="309616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2" name="投影片編號版面配置區 1">
            <a:extLst>
              <a:ext uri="{FF2B5EF4-FFF2-40B4-BE49-F238E27FC236}">
                <a16:creationId xmlns:a16="http://schemas.microsoft.com/office/drawing/2014/main" id="{40EA90DE-4C8B-8640-B9D7-00D1A48D6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10073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BBDE3BC6-6112-A04D-B5FA-19B5325BC38B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704C93B-4F94-054C-9E0A-46D72EB7B4C7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DB0B6F5-5ABC-E04F-98AA-83CFEE8BFD6D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87F8618-03D8-DB42-BD0E-A62428CFD9F5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F1DC729-EE50-7246-AF2E-3A2C815A53E3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0" name="文字版面配置區 13">
            <a:extLst>
              <a:ext uri="{FF2B5EF4-FFF2-40B4-BE49-F238E27FC236}">
                <a16:creationId xmlns:a16="http://schemas.microsoft.com/office/drawing/2014/main" id="{80FF0F11-D9A7-FB40-A39C-AFB633111F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41" y="444714"/>
            <a:ext cx="2325764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3" name="文字版面配置區 13">
            <a:extLst>
              <a:ext uri="{FF2B5EF4-FFF2-40B4-BE49-F238E27FC236}">
                <a16:creationId xmlns:a16="http://schemas.microsoft.com/office/drawing/2014/main" id="{3DA3E0E7-729E-3D45-93C7-AFA4979592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447" y="1261988"/>
            <a:ext cx="2488492" cy="3128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F478615F-34E0-E245-A0C9-88088EF1B5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47" y="3587156"/>
            <a:ext cx="2488492" cy="3128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5" name="文字版面配置區 2">
            <a:extLst>
              <a:ext uri="{FF2B5EF4-FFF2-40B4-BE49-F238E27FC236}">
                <a16:creationId xmlns:a16="http://schemas.microsoft.com/office/drawing/2014/main" id="{B7C0B1C7-53F1-5049-A653-0CE35D9684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3459" y="1718930"/>
            <a:ext cx="11404720" cy="125730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18" name="文字版面配置區 2">
            <a:extLst>
              <a:ext uri="{FF2B5EF4-FFF2-40B4-BE49-F238E27FC236}">
                <a16:creationId xmlns:a16="http://schemas.microsoft.com/office/drawing/2014/main" id="{A24E065E-28B7-0C4F-BD6C-7B02B957BA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3459" y="4043240"/>
            <a:ext cx="11404720" cy="125730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6E493764-FC4C-E44E-9B7F-0A3E0C801050}"/>
              </a:ext>
            </a:extLst>
          </p:cNvPr>
          <p:cNvGrpSpPr/>
          <p:nvPr userDrawn="1"/>
        </p:nvGrpSpPr>
        <p:grpSpPr>
          <a:xfrm>
            <a:off x="10447506" y="5946945"/>
            <a:ext cx="1339681" cy="510633"/>
            <a:chOff x="10447506" y="5946945"/>
            <a:chExt cx="1339681" cy="510633"/>
          </a:xfrm>
        </p:grpSpPr>
        <p:pic>
          <p:nvPicPr>
            <p:cNvPr id="19" name="圖片 18" descr="一張含有 文字, 美工圖案, 餐具 的圖片&#10;&#10;自動產生的描述">
              <a:extLst>
                <a:ext uri="{FF2B5EF4-FFF2-40B4-BE49-F238E27FC236}">
                  <a16:creationId xmlns:a16="http://schemas.microsoft.com/office/drawing/2014/main" id="{109864EB-0D97-5048-B561-20BDFD8C6B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03149" y="5946945"/>
              <a:ext cx="1184038" cy="510633"/>
            </a:xfrm>
            <a:prstGeom prst="rect">
              <a:avLst/>
            </a:prstGeom>
          </p:spPr>
        </p:pic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B004A818-2724-894F-AC82-3E9C236E41A9}"/>
                </a:ext>
              </a:extLst>
            </p:cNvPr>
            <p:cNvCxnSpPr/>
            <p:nvPr userDrawn="1"/>
          </p:nvCxnSpPr>
          <p:spPr>
            <a:xfrm>
              <a:off x="10447506" y="5946945"/>
              <a:ext cx="0" cy="51063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圖片版面配置區 22">
            <a:extLst>
              <a:ext uri="{FF2B5EF4-FFF2-40B4-BE49-F238E27FC236}">
                <a16:creationId xmlns:a16="http://schemas.microsoft.com/office/drawing/2014/main" id="{FD5369C2-2B42-5949-8C68-CF4251F3BE9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3459" y="1265216"/>
            <a:ext cx="297755" cy="309616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4" name="圖片版面配置區 22">
            <a:extLst>
              <a:ext uri="{FF2B5EF4-FFF2-40B4-BE49-F238E27FC236}">
                <a16:creationId xmlns:a16="http://schemas.microsoft.com/office/drawing/2014/main" id="{F0D64537-8B33-3143-B9DB-0C7EFB95C1A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3459" y="3592464"/>
            <a:ext cx="297755" cy="309616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2" name="投影片編號版面配置區 1">
            <a:extLst>
              <a:ext uri="{FF2B5EF4-FFF2-40B4-BE49-F238E27FC236}">
                <a16:creationId xmlns:a16="http://schemas.microsoft.com/office/drawing/2014/main" id="{40EA90DE-4C8B-8640-B9D7-00D1A48D6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006207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圖片版面配置區 20">
            <a:extLst>
              <a:ext uri="{FF2B5EF4-FFF2-40B4-BE49-F238E27FC236}">
                <a16:creationId xmlns:a16="http://schemas.microsoft.com/office/drawing/2014/main" id="{632969D8-3B1F-964C-9908-B43A3A5EF60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45320" y="2430215"/>
            <a:ext cx="2571367" cy="4427783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FA268668-9783-D641-A10A-DBF3AB70DA4F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A0414D4-F9DA-DC4E-BEB2-06557FB31950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0F03C02-EA6C-124D-9AF0-71F35E26EA06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6E7F90D-D6DE-8D4E-ACF0-5EDF6961528A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664130A-8329-F648-AD48-2E5E3F0B8F5A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6" name="文字版面配置區 30">
            <a:extLst>
              <a:ext uri="{FF2B5EF4-FFF2-40B4-BE49-F238E27FC236}">
                <a16:creationId xmlns:a16="http://schemas.microsoft.com/office/drawing/2014/main" id="{83C45D30-40BD-3043-8502-142A19723F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8823" y="1239521"/>
            <a:ext cx="11403874" cy="69378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1" i="0">
                <a:solidFill>
                  <a:schemeClr val="bg1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</a:t>
            </a:r>
          </a:p>
        </p:txBody>
      </p:sp>
      <p:sp>
        <p:nvSpPr>
          <p:cNvPr id="19" name="文字版面配置區 30">
            <a:extLst>
              <a:ext uri="{FF2B5EF4-FFF2-40B4-BE49-F238E27FC236}">
                <a16:creationId xmlns:a16="http://schemas.microsoft.com/office/drawing/2014/main" id="{57F10A2E-AA05-0044-9765-23F36EEE01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8823" y="714996"/>
            <a:ext cx="11403874" cy="306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</a:t>
            </a:r>
          </a:p>
        </p:txBody>
      </p:sp>
      <p:sp>
        <p:nvSpPr>
          <p:cNvPr id="21" name="圖片版面配置區 20">
            <a:extLst>
              <a:ext uri="{FF2B5EF4-FFF2-40B4-BE49-F238E27FC236}">
                <a16:creationId xmlns:a16="http://schemas.microsoft.com/office/drawing/2014/main" id="{C25CEEBD-3613-0446-913A-7DD18736D5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5036" y="2430217"/>
            <a:ext cx="2571367" cy="4427783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2" name="圖片版面配置區 20">
            <a:extLst>
              <a:ext uri="{FF2B5EF4-FFF2-40B4-BE49-F238E27FC236}">
                <a16:creationId xmlns:a16="http://schemas.microsoft.com/office/drawing/2014/main" id="{470EE645-3172-2349-9994-7F7E169CCB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2391" y="2430217"/>
            <a:ext cx="2571367" cy="4427783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4" name="圖片版面配置區 20">
            <a:extLst>
              <a:ext uri="{FF2B5EF4-FFF2-40B4-BE49-F238E27FC236}">
                <a16:creationId xmlns:a16="http://schemas.microsoft.com/office/drawing/2014/main" id="{E27991A4-32EB-C146-AE67-711DD20343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11330" y="2430216"/>
            <a:ext cx="2571367" cy="4427783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79EC86F-4BBD-0946-8D12-77C704DEFF7C}"/>
              </a:ext>
            </a:extLst>
          </p:cNvPr>
          <p:cNvSpPr/>
          <p:nvPr userDrawn="1"/>
        </p:nvSpPr>
        <p:spPr>
          <a:xfrm>
            <a:off x="405036" y="2430217"/>
            <a:ext cx="2571367" cy="998784"/>
          </a:xfrm>
          <a:prstGeom prst="rect">
            <a:avLst/>
          </a:prstGeom>
          <a:solidFill>
            <a:srgbClr val="21253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6" name="文字版面配置區 2">
            <a:extLst>
              <a:ext uri="{FF2B5EF4-FFF2-40B4-BE49-F238E27FC236}">
                <a16:creationId xmlns:a16="http://schemas.microsoft.com/office/drawing/2014/main" id="{8847536E-7F3B-CE4E-81CD-24F4B898A8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0335" y="2604655"/>
            <a:ext cx="2430647" cy="6557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D1400D3-F3CC-9C45-ACFA-9F5EB244EB66}"/>
              </a:ext>
            </a:extLst>
          </p:cNvPr>
          <p:cNvSpPr/>
          <p:nvPr userDrawn="1"/>
        </p:nvSpPr>
        <p:spPr>
          <a:xfrm>
            <a:off x="3333452" y="2430216"/>
            <a:ext cx="2571367" cy="998784"/>
          </a:xfrm>
          <a:prstGeom prst="rect">
            <a:avLst/>
          </a:prstGeom>
          <a:solidFill>
            <a:srgbClr val="21253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7" name="文字版面配置區 2">
            <a:extLst>
              <a:ext uri="{FF2B5EF4-FFF2-40B4-BE49-F238E27FC236}">
                <a16:creationId xmlns:a16="http://schemas.microsoft.com/office/drawing/2014/main" id="{6816F222-5E64-1A46-93DB-6F83C40BD9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90601" y="2604655"/>
            <a:ext cx="2472487" cy="6557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A904E2B-B92D-8A42-8E8F-1E21BED89711}"/>
              </a:ext>
            </a:extLst>
          </p:cNvPr>
          <p:cNvSpPr/>
          <p:nvPr userDrawn="1"/>
        </p:nvSpPr>
        <p:spPr>
          <a:xfrm>
            <a:off x="6270616" y="2430216"/>
            <a:ext cx="2571367" cy="998784"/>
          </a:xfrm>
          <a:prstGeom prst="rect">
            <a:avLst/>
          </a:prstGeom>
          <a:solidFill>
            <a:srgbClr val="21253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AE52FEB-E1E1-FC46-80C6-2BBC9B95154C}"/>
              </a:ext>
            </a:extLst>
          </p:cNvPr>
          <p:cNvSpPr/>
          <p:nvPr userDrawn="1"/>
        </p:nvSpPr>
        <p:spPr>
          <a:xfrm>
            <a:off x="9207780" y="2430216"/>
            <a:ext cx="2571367" cy="998784"/>
          </a:xfrm>
          <a:prstGeom prst="rect">
            <a:avLst/>
          </a:prstGeom>
          <a:solidFill>
            <a:srgbClr val="21253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34" name="文字版面配置區 2">
            <a:extLst>
              <a:ext uri="{FF2B5EF4-FFF2-40B4-BE49-F238E27FC236}">
                <a16:creationId xmlns:a16="http://schemas.microsoft.com/office/drawing/2014/main" id="{7D395921-4DF9-DA41-A5E1-9D5AFB0A06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5990" y="2604655"/>
            <a:ext cx="2472487" cy="6557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5" name="文字版面配置區 2">
            <a:extLst>
              <a:ext uri="{FF2B5EF4-FFF2-40B4-BE49-F238E27FC236}">
                <a16:creationId xmlns:a16="http://schemas.microsoft.com/office/drawing/2014/main" id="{65F83C41-81B2-9E4D-B150-F5F56BF2BB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57219" y="2604655"/>
            <a:ext cx="2472487" cy="6557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95000"/>
                  </a:schemeClr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3" name="投影片編號版面配置區 1">
            <a:extLst>
              <a:ext uri="{FF2B5EF4-FFF2-40B4-BE49-F238E27FC236}">
                <a16:creationId xmlns:a16="http://schemas.microsoft.com/office/drawing/2014/main" id="{2C275F27-F390-FE4D-AD3C-0E2E5E79D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53589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228E3C46-02BD-BA4A-BAFB-7926F4CF8A58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F91C348-60DD-9C4F-AE1C-CEB659D8A2B4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3B1F775-342A-3245-89B9-F5E728B01B69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950DF1F-489E-D54D-B4D1-962F63400165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98C91CF-CC42-504F-8A9B-462AE602B649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67E08D37-3F34-F447-9549-FF236950E97A}"/>
              </a:ext>
            </a:extLst>
          </p:cNvPr>
          <p:cNvGrpSpPr/>
          <p:nvPr userDrawn="1"/>
        </p:nvGrpSpPr>
        <p:grpSpPr>
          <a:xfrm>
            <a:off x="10447506" y="5946945"/>
            <a:ext cx="1339681" cy="510633"/>
            <a:chOff x="10447506" y="5946945"/>
            <a:chExt cx="1339681" cy="510633"/>
          </a:xfrm>
        </p:grpSpPr>
        <p:pic>
          <p:nvPicPr>
            <p:cNvPr id="16" name="圖片 15" descr="一張含有 文字, 美工圖案, 餐具 的圖片&#10;&#10;自動產生的描述">
              <a:extLst>
                <a:ext uri="{FF2B5EF4-FFF2-40B4-BE49-F238E27FC236}">
                  <a16:creationId xmlns:a16="http://schemas.microsoft.com/office/drawing/2014/main" id="{CE11A13D-09B2-104A-B079-A218BEFD63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03149" y="5946945"/>
              <a:ext cx="1184038" cy="510633"/>
            </a:xfrm>
            <a:prstGeom prst="rect">
              <a:avLst/>
            </a:prstGeom>
          </p:spPr>
        </p:pic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EBCFA627-613F-7D43-A30F-ABD63FA60642}"/>
                </a:ext>
              </a:extLst>
            </p:cNvPr>
            <p:cNvCxnSpPr/>
            <p:nvPr userDrawn="1"/>
          </p:nvCxnSpPr>
          <p:spPr>
            <a:xfrm>
              <a:off x="10447506" y="5946945"/>
              <a:ext cx="0" cy="51063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字版面配置區 30">
            <a:extLst>
              <a:ext uri="{FF2B5EF4-FFF2-40B4-BE49-F238E27FC236}">
                <a16:creationId xmlns:a16="http://schemas.microsoft.com/office/drawing/2014/main" id="{0C8D647C-72B4-C245-87F4-9E0F6CAC1F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8823" y="2879134"/>
            <a:ext cx="11403874" cy="69378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1" i="0">
                <a:solidFill>
                  <a:schemeClr val="bg1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</a:t>
            </a:r>
          </a:p>
        </p:txBody>
      </p:sp>
      <p:sp>
        <p:nvSpPr>
          <p:cNvPr id="20" name="文字版面配置區 30">
            <a:extLst>
              <a:ext uri="{FF2B5EF4-FFF2-40B4-BE49-F238E27FC236}">
                <a16:creationId xmlns:a16="http://schemas.microsoft.com/office/drawing/2014/main" id="{D58C3C0C-336F-7548-83D8-F9BC7443A7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8823" y="3726209"/>
            <a:ext cx="11403874" cy="306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</a:t>
            </a:r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CE8F02D4-1230-3543-A541-CC4899047AB0}"/>
              </a:ext>
            </a:extLst>
          </p:cNvPr>
          <p:cNvGrpSpPr/>
          <p:nvPr userDrawn="1"/>
        </p:nvGrpSpPr>
        <p:grpSpPr>
          <a:xfrm>
            <a:off x="-5259" y="10507"/>
            <a:ext cx="12192000" cy="104837"/>
            <a:chOff x="0" y="0"/>
            <a:chExt cx="12192000" cy="104837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52F88C2-602F-8841-8413-D3385AF026B3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EA5682D-7A95-9944-8C29-451BB44B57DD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1D17CCA-AE9F-3943-86BE-FC55722450FB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2668E1A-96AF-FD40-9A45-F9E9BEB87947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21" name="投影片編號版面配置區 1">
            <a:extLst>
              <a:ext uri="{FF2B5EF4-FFF2-40B4-BE49-F238E27FC236}">
                <a16:creationId xmlns:a16="http://schemas.microsoft.com/office/drawing/2014/main" id="{A0CF0AB2-5916-EC49-949D-65DD79C80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25531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45B78D82-B8B5-1F46-A802-59E4B126ABEC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37F034C-9FB5-6148-8DAD-2F746BCD70A7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347E75D-4EB0-A642-8386-5A6544D7D59B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051BCFF-CD51-D849-A551-05D16BB819FA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733FBC0-3C68-9748-B9FB-FA8EDD9A188E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26098350-41FD-F848-A803-98063F5A3A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41" y="444714"/>
            <a:ext cx="2327442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5" name="文字版面配置區 13">
            <a:extLst>
              <a:ext uri="{FF2B5EF4-FFF2-40B4-BE49-F238E27FC236}">
                <a16:creationId xmlns:a16="http://schemas.microsoft.com/office/drawing/2014/main" id="{CFADFC44-9E6C-F645-AE14-C67910E8A5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2240" y="2623369"/>
            <a:ext cx="2327441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2</a:t>
            </a:r>
            <a:endParaRPr kumimoji="1" lang="zh-TW" altLang="en-US"/>
          </a:p>
        </p:txBody>
      </p:sp>
      <p:sp>
        <p:nvSpPr>
          <p:cNvPr id="16" name="文字版面配置區 16">
            <a:extLst>
              <a:ext uri="{FF2B5EF4-FFF2-40B4-BE49-F238E27FC236}">
                <a16:creationId xmlns:a16="http://schemas.microsoft.com/office/drawing/2014/main" id="{CB63DC36-E789-A741-B932-7727509703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6113" y="403904"/>
            <a:ext cx="8811073" cy="20833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  <a:lvl2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2pPr>
            <a:lvl3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3pPr>
            <a:lvl4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4pPr>
            <a:lvl5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CE094885-213B-9E49-ACCC-EC6647FF0639}"/>
              </a:ext>
            </a:extLst>
          </p:cNvPr>
          <p:cNvGrpSpPr/>
          <p:nvPr userDrawn="1"/>
        </p:nvGrpSpPr>
        <p:grpSpPr>
          <a:xfrm>
            <a:off x="10447506" y="5946945"/>
            <a:ext cx="1339681" cy="510633"/>
            <a:chOff x="10447506" y="5946945"/>
            <a:chExt cx="1339681" cy="510633"/>
          </a:xfrm>
        </p:grpSpPr>
        <p:pic>
          <p:nvPicPr>
            <p:cNvPr id="19" name="圖片 18" descr="一張含有 文字, 美工圖案, 餐具 的圖片&#10;&#10;自動產生的描述">
              <a:extLst>
                <a:ext uri="{FF2B5EF4-FFF2-40B4-BE49-F238E27FC236}">
                  <a16:creationId xmlns:a16="http://schemas.microsoft.com/office/drawing/2014/main" id="{124ED0AE-DF2F-5A45-B235-C8A1C23F4C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03149" y="5946945"/>
              <a:ext cx="1184038" cy="510633"/>
            </a:xfrm>
            <a:prstGeom prst="rect">
              <a:avLst/>
            </a:prstGeom>
          </p:spPr>
        </p:pic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B1636BD6-5A01-944A-9FD3-185A67EB3515}"/>
                </a:ext>
              </a:extLst>
            </p:cNvPr>
            <p:cNvCxnSpPr/>
            <p:nvPr userDrawn="1"/>
          </p:nvCxnSpPr>
          <p:spPr>
            <a:xfrm>
              <a:off x="10447506" y="5946945"/>
              <a:ext cx="0" cy="51063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D211D8B-E7FE-ED44-A174-D84A7E4EEF50}"/>
              </a:ext>
            </a:extLst>
          </p:cNvPr>
          <p:cNvSpPr txBox="1"/>
          <p:nvPr userDrawn="1"/>
        </p:nvSpPr>
        <p:spPr>
          <a:xfrm>
            <a:off x="13226603" y="75083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4" name="圖片版面配置區 23">
            <a:extLst>
              <a:ext uri="{FF2B5EF4-FFF2-40B4-BE49-F238E27FC236}">
                <a16:creationId xmlns:a16="http://schemas.microsoft.com/office/drawing/2014/main" id="{0D34F70E-64CD-414F-BBD6-DE1A1188A23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45125" y="2626970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5" name="圖片版面配置區 23">
            <a:extLst>
              <a:ext uri="{FF2B5EF4-FFF2-40B4-BE49-F238E27FC236}">
                <a16:creationId xmlns:a16="http://schemas.microsoft.com/office/drawing/2014/main" id="{A3030BB0-D2C4-B54A-99F7-1C27696A0B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56216" y="2623370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7" name="圖片版面配置區 23">
            <a:extLst>
              <a:ext uri="{FF2B5EF4-FFF2-40B4-BE49-F238E27FC236}">
                <a16:creationId xmlns:a16="http://schemas.microsoft.com/office/drawing/2014/main" id="{3DEC2B9A-10AC-8F42-BC1D-508633A698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67308" y="2623370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8" name="圖片版面配置區 23">
            <a:extLst>
              <a:ext uri="{FF2B5EF4-FFF2-40B4-BE49-F238E27FC236}">
                <a16:creationId xmlns:a16="http://schemas.microsoft.com/office/drawing/2014/main" id="{89428F5E-FF1D-3A44-B4D3-E4EC7C46EAB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78400" y="2623370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9" name="圖片版面配置區 23">
            <a:extLst>
              <a:ext uri="{FF2B5EF4-FFF2-40B4-BE49-F238E27FC236}">
                <a16:creationId xmlns:a16="http://schemas.microsoft.com/office/drawing/2014/main" id="{E25D5C1C-1EA8-404F-9145-AB8529F4F74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45125" y="4222588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30" name="圖片版面配置區 23">
            <a:extLst>
              <a:ext uri="{FF2B5EF4-FFF2-40B4-BE49-F238E27FC236}">
                <a16:creationId xmlns:a16="http://schemas.microsoft.com/office/drawing/2014/main" id="{C9D6A89D-E097-A245-A614-8E307F92C14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56216" y="4222588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31" name="圖片版面配置區 23">
            <a:extLst>
              <a:ext uri="{FF2B5EF4-FFF2-40B4-BE49-F238E27FC236}">
                <a16:creationId xmlns:a16="http://schemas.microsoft.com/office/drawing/2014/main" id="{F87DE114-9D60-F145-A98D-B22E8CFA999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67308" y="4222588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FC006652-2B67-154F-8713-C951F5632C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45125" y="3809605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34" name="文字版面配置區 2">
            <a:extLst>
              <a:ext uri="{FF2B5EF4-FFF2-40B4-BE49-F238E27FC236}">
                <a16:creationId xmlns:a16="http://schemas.microsoft.com/office/drawing/2014/main" id="{E7EBD665-286E-6C4C-8701-50F51B8463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6217" y="3817547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35" name="文字版面配置區 2">
            <a:extLst>
              <a:ext uri="{FF2B5EF4-FFF2-40B4-BE49-F238E27FC236}">
                <a16:creationId xmlns:a16="http://schemas.microsoft.com/office/drawing/2014/main" id="{269190D2-0C1E-1F49-B59B-123AD7F4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7309" y="3817547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42" name="文字版面配置區 2">
            <a:extLst>
              <a:ext uri="{FF2B5EF4-FFF2-40B4-BE49-F238E27FC236}">
                <a16:creationId xmlns:a16="http://schemas.microsoft.com/office/drawing/2014/main" id="{343CE36A-317E-054D-97AD-7E674522B8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78400" y="3810141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43" name="文字版面配置區 2">
            <a:extLst>
              <a:ext uri="{FF2B5EF4-FFF2-40B4-BE49-F238E27FC236}">
                <a16:creationId xmlns:a16="http://schemas.microsoft.com/office/drawing/2014/main" id="{505BB583-9D0E-B34E-92FE-050EE52A5C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67307" y="5401623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44" name="文字版面配置區 2">
            <a:extLst>
              <a:ext uri="{FF2B5EF4-FFF2-40B4-BE49-F238E27FC236}">
                <a16:creationId xmlns:a16="http://schemas.microsoft.com/office/drawing/2014/main" id="{59025161-00EA-944F-86C3-DDB5F0CE032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214" y="5401623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45" name="文字版面配置區 2">
            <a:extLst>
              <a:ext uri="{FF2B5EF4-FFF2-40B4-BE49-F238E27FC236}">
                <a16:creationId xmlns:a16="http://schemas.microsoft.com/office/drawing/2014/main" id="{B5A7A4E1-0D70-2047-9AA9-9817E48C6B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45124" y="5401623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36" name="投影片編號版面配置區 1">
            <a:extLst>
              <a:ext uri="{FF2B5EF4-FFF2-40B4-BE49-F238E27FC236}">
                <a16:creationId xmlns:a16="http://schemas.microsoft.com/office/drawing/2014/main" id="{334FB17B-8041-A74D-AD06-1A82C4EFD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42858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45B78D82-B8B5-1F46-A802-59E4B126ABEC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37F034C-9FB5-6148-8DAD-2F746BCD70A7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347E75D-4EB0-A642-8386-5A6544D7D59B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051BCFF-CD51-D849-A551-05D16BB819FA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733FBC0-3C68-9748-B9FB-FA8EDD9A188E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26098350-41FD-F848-A803-98063F5A3A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41" y="444714"/>
            <a:ext cx="2327442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5" name="文字版面配置區 13">
            <a:extLst>
              <a:ext uri="{FF2B5EF4-FFF2-40B4-BE49-F238E27FC236}">
                <a16:creationId xmlns:a16="http://schemas.microsoft.com/office/drawing/2014/main" id="{CFADFC44-9E6C-F645-AE14-C67910E8A5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2240" y="2623369"/>
            <a:ext cx="2327441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/>
              <a:t>大標題</a:t>
            </a:r>
            <a:r>
              <a:rPr kumimoji="1" lang="en-US" altLang="zh-TW"/>
              <a:t>2</a:t>
            </a:r>
            <a:endParaRPr kumimoji="1" lang="zh-TW" altLang="en-US"/>
          </a:p>
        </p:txBody>
      </p:sp>
      <p:sp>
        <p:nvSpPr>
          <p:cNvPr id="16" name="文字版面配置區 16">
            <a:extLst>
              <a:ext uri="{FF2B5EF4-FFF2-40B4-BE49-F238E27FC236}">
                <a16:creationId xmlns:a16="http://schemas.microsoft.com/office/drawing/2014/main" id="{CB63DC36-E789-A741-B932-7727509703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6113" y="403904"/>
            <a:ext cx="8811073" cy="20833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  <a:lvl2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2pPr>
            <a:lvl3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3pPr>
            <a:lvl4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4pPr>
            <a:lvl5pPr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CE094885-213B-9E49-ACCC-EC6647FF0639}"/>
              </a:ext>
            </a:extLst>
          </p:cNvPr>
          <p:cNvGrpSpPr/>
          <p:nvPr userDrawn="1"/>
        </p:nvGrpSpPr>
        <p:grpSpPr>
          <a:xfrm>
            <a:off x="10447506" y="5946945"/>
            <a:ext cx="1339681" cy="510633"/>
            <a:chOff x="10447506" y="5946945"/>
            <a:chExt cx="1339681" cy="510633"/>
          </a:xfrm>
        </p:grpSpPr>
        <p:pic>
          <p:nvPicPr>
            <p:cNvPr id="19" name="圖片 18" descr="一張含有 文字, 美工圖案, 餐具 的圖片&#10;&#10;自動產生的描述">
              <a:extLst>
                <a:ext uri="{FF2B5EF4-FFF2-40B4-BE49-F238E27FC236}">
                  <a16:creationId xmlns:a16="http://schemas.microsoft.com/office/drawing/2014/main" id="{124ED0AE-DF2F-5A45-B235-C8A1C23F4C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03149" y="5946945"/>
              <a:ext cx="1184038" cy="510633"/>
            </a:xfrm>
            <a:prstGeom prst="rect">
              <a:avLst/>
            </a:prstGeom>
          </p:spPr>
        </p:pic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B1636BD6-5A01-944A-9FD3-185A67EB3515}"/>
                </a:ext>
              </a:extLst>
            </p:cNvPr>
            <p:cNvCxnSpPr/>
            <p:nvPr userDrawn="1"/>
          </p:nvCxnSpPr>
          <p:spPr>
            <a:xfrm>
              <a:off x="10447506" y="5946945"/>
              <a:ext cx="0" cy="51063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D211D8B-E7FE-ED44-A174-D84A7E4EEF50}"/>
              </a:ext>
            </a:extLst>
          </p:cNvPr>
          <p:cNvSpPr txBox="1"/>
          <p:nvPr userDrawn="1"/>
        </p:nvSpPr>
        <p:spPr>
          <a:xfrm>
            <a:off x="13226603" y="75083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b="0" i="0">
              <a:ea typeface="PingFang TC" panose="020B0400000000000000" pitchFamily="34" charset="-120"/>
            </a:endParaRPr>
          </a:p>
        </p:txBody>
      </p:sp>
      <p:sp>
        <p:nvSpPr>
          <p:cNvPr id="24" name="圖片版面配置區 23">
            <a:extLst>
              <a:ext uri="{FF2B5EF4-FFF2-40B4-BE49-F238E27FC236}">
                <a16:creationId xmlns:a16="http://schemas.microsoft.com/office/drawing/2014/main" id="{0D34F70E-64CD-414F-BBD6-DE1A1188A23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45125" y="2626970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5" name="圖片版面配置區 23">
            <a:extLst>
              <a:ext uri="{FF2B5EF4-FFF2-40B4-BE49-F238E27FC236}">
                <a16:creationId xmlns:a16="http://schemas.microsoft.com/office/drawing/2014/main" id="{A3030BB0-D2C4-B54A-99F7-1C27696A0B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56216" y="2623370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7" name="圖片版面配置區 23">
            <a:extLst>
              <a:ext uri="{FF2B5EF4-FFF2-40B4-BE49-F238E27FC236}">
                <a16:creationId xmlns:a16="http://schemas.microsoft.com/office/drawing/2014/main" id="{3DEC2B9A-10AC-8F42-BC1D-508633A698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67308" y="2623370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8" name="圖片版面配置區 23">
            <a:extLst>
              <a:ext uri="{FF2B5EF4-FFF2-40B4-BE49-F238E27FC236}">
                <a16:creationId xmlns:a16="http://schemas.microsoft.com/office/drawing/2014/main" id="{89428F5E-FF1D-3A44-B4D3-E4EC7C46EAB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78400" y="2623370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29" name="圖片版面配置區 23">
            <a:extLst>
              <a:ext uri="{FF2B5EF4-FFF2-40B4-BE49-F238E27FC236}">
                <a16:creationId xmlns:a16="http://schemas.microsoft.com/office/drawing/2014/main" id="{E25D5C1C-1EA8-404F-9145-AB8529F4F74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45125" y="4222588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30" name="圖片版面配置區 23">
            <a:extLst>
              <a:ext uri="{FF2B5EF4-FFF2-40B4-BE49-F238E27FC236}">
                <a16:creationId xmlns:a16="http://schemas.microsoft.com/office/drawing/2014/main" id="{C9D6A89D-E097-A245-A614-8E307F92C14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56216" y="4222588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31" name="圖片版面配置區 23">
            <a:extLst>
              <a:ext uri="{FF2B5EF4-FFF2-40B4-BE49-F238E27FC236}">
                <a16:creationId xmlns:a16="http://schemas.microsoft.com/office/drawing/2014/main" id="{F87DE114-9D60-F145-A98D-B22E8CFA999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67308" y="4222588"/>
            <a:ext cx="2113472" cy="117903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FC006652-2B67-154F-8713-C951F5632C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45125" y="3809605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34" name="文字版面配置區 2">
            <a:extLst>
              <a:ext uri="{FF2B5EF4-FFF2-40B4-BE49-F238E27FC236}">
                <a16:creationId xmlns:a16="http://schemas.microsoft.com/office/drawing/2014/main" id="{E7EBD665-286E-6C4C-8701-50F51B8463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6217" y="3817547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35" name="文字版面配置區 2">
            <a:extLst>
              <a:ext uri="{FF2B5EF4-FFF2-40B4-BE49-F238E27FC236}">
                <a16:creationId xmlns:a16="http://schemas.microsoft.com/office/drawing/2014/main" id="{269190D2-0C1E-1F49-B59B-123AD7F4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7309" y="3817547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42" name="文字版面配置區 2">
            <a:extLst>
              <a:ext uri="{FF2B5EF4-FFF2-40B4-BE49-F238E27FC236}">
                <a16:creationId xmlns:a16="http://schemas.microsoft.com/office/drawing/2014/main" id="{343CE36A-317E-054D-97AD-7E674522B8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78400" y="3810141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43" name="文字版面配置區 2">
            <a:extLst>
              <a:ext uri="{FF2B5EF4-FFF2-40B4-BE49-F238E27FC236}">
                <a16:creationId xmlns:a16="http://schemas.microsoft.com/office/drawing/2014/main" id="{505BB583-9D0E-B34E-92FE-050EE52A5C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67307" y="5401623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44" name="文字版面配置區 2">
            <a:extLst>
              <a:ext uri="{FF2B5EF4-FFF2-40B4-BE49-F238E27FC236}">
                <a16:creationId xmlns:a16="http://schemas.microsoft.com/office/drawing/2014/main" id="{59025161-00EA-944F-86C3-DDB5F0CE032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214" y="5401623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45" name="文字版面配置區 2">
            <a:extLst>
              <a:ext uri="{FF2B5EF4-FFF2-40B4-BE49-F238E27FC236}">
                <a16:creationId xmlns:a16="http://schemas.microsoft.com/office/drawing/2014/main" id="{B5A7A4E1-0D70-2047-9AA9-9817E48C6B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45124" y="5401623"/>
            <a:ext cx="2113471" cy="2419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lumMod val="9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按一下以編輯文字樣式</a:t>
            </a:r>
          </a:p>
        </p:txBody>
      </p:sp>
      <p:sp>
        <p:nvSpPr>
          <p:cNvPr id="36" name="投影片編號版面配置區 1">
            <a:extLst>
              <a:ext uri="{FF2B5EF4-FFF2-40B4-BE49-F238E27FC236}">
                <a16:creationId xmlns:a16="http://schemas.microsoft.com/office/drawing/2014/main" id="{334FB17B-8041-A74D-AD06-1A82C4EFD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796004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3">
            <a:extLst>
              <a:ext uri="{FF2B5EF4-FFF2-40B4-BE49-F238E27FC236}">
                <a16:creationId xmlns:a16="http://schemas.microsoft.com/office/drawing/2014/main" id="{10C5AFA7-C2D1-3042-826A-BFA77F17CD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1917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6F0CD519-B380-4342-87FC-73AD8C0196D1}"/>
              </a:ext>
            </a:extLst>
          </p:cNvPr>
          <p:cNvGrpSpPr/>
          <p:nvPr userDrawn="1"/>
        </p:nvGrpSpPr>
        <p:grpSpPr>
          <a:xfrm>
            <a:off x="407012" y="0"/>
            <a:ext cx="1779162" cy="1255706"/>
            <a:chOff x="407012" y="0"/>
            <a:chExt cx="1779162" cy="1255706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CDB2644F-67E5-8248-BD4D-5B85482F51F1}"/>
                </a:ext>
              </a:extLst>
            </p:cNvPr>
            <p:cNvGrpSpPr/>
            <p:nvPr userDrawn="1"/>
          </p:nvGrpSpPr>
          <p:grpSpPr>
            <a:xfrm>
              <a:off x="407012" y="0"/>
              <a:ext cx="1779162" cy="1255706"/>
              <a:chOff x="405774" y="-1"/>
              <a:chExt cx="1779162" cy="1255706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FCC5CC0-9DC3-B047-827C-A45CBEFA4B22}"/>
                  </a:ext>
                </a:extLst>
              </p:cNvPr>
              <p:cNvSpPr/>
              <p:nvPr userDrawn="1"/>
            </p:nvSpPr>
            <p:spPr>
              <a:xfrm>
                <a:off x="405774" y="-1"/>
                <a:ext cx="1779162" cy="1199950"/>
              </a:xfrm>
              <a:prstGeom prst="rect">
                <a:avLst/>
              </a:prstGeom>
              <a:solidFill>
                <a:srgbClr val="2125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b="0" i="0">
                  <a:ea typeface="PingFang TC" panose="020B0400000000000000" pitchFamily="34" charset="-120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D78934D-1C68-1746-9D6E-F199BB3FB82E}"/>
                  </a:ext>
                </a:extLst>
              </p:cNvPr>
              <p:cNvSpPr/>
              <p:nvPr userDrawn="1"/>
            </p:nvSpPr>
            <p:spPr>
              <a:xfrm>
                <a:off x="405774" y="1199952"/>
                <a:ext cx="868657" cy="55753"/>
              </a:xfrm>
              <a:prstGeom prst="rect">
                <a:avLst/>
              </a:prstGeom>
              <a:solidFill>
                <a:srgbClr val="C33B0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b="0" i="0">
                  <a:ea typeface="PingFang TC" panose="020B0400000000000000" pitchFamily="34" charset="-120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86C3D5C-B4C9-2C48-809A-63EA8E79A02D}"/>
                  </a:ext>
                </a:extLst>
              </p:cNvPr>
              <p:cNvSpPr/>
              <p:nvPr userDrawn="1"/>
            </p:nvSpPr>
            <p:spPr>
              <a:xfrm>
                <a:off x="1274431" y="1199950"/>
                <a:ext cx="583245" cy="55755"/>
              </a:xfrm>
              <a:prstGeom prst="rect">
                <a:avLst/>
              </a:prstGeom>
              <a:solidFill>
                <a:srgbClr val="0087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b="0" i="0">
                  <a:ea typeface="PingFang TC" panose="020B0400000000000000" pitchFamily="34" charset="-12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3802448-9FF0-254C-A273-51BF29D48989}"/>
                  </a:ext>
                </a:extLst>
              </p:cNvPr>
              <p:cNvSpPr/>
              <p:nvPr userDrawn="1"/>
            </p:nvSpPr>
            <p:spPr>
              <a:xfrm>
                <a:off x="1857676" y="1199949"/>
                <a:ext cx="237423" cy="55755"/>
              </a:xfrm>
              <a:prstGeom prst="rect">
                <a:avLst/>
              </a:prstGeom>
              <a:solidFill>
                <a:srgbClr val="3F9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b="0" i="0">
                  <a:ea typeface="PingFang TC" panose="020B0400000000000000" pitchFamily="34" charset="-120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3DC941A-176F-9B44-BB08-925876649079}"/>
                  </a:ext>
                </a:extLst>
              </p:cNvPr>
              <p:cNvSpPr/>
              <p:nvPr userDrawn="1"/>
            </p:nvSpPr>
            <p:spPr>
              <a:xfrm>
                <a:off x="2095100" y="1199949"/>
                <a:ext cx="89836" cy="55755"/>
              </a:xfrm>
              <a:prstGeom prst="rect">
                <a:avLst/>
              </a:prstGeom>
              <a:solidFill>
                <a:srgbClr val="9E9E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b="0" i="0">
                  <a:ea typeface="PingFang TC" panose="020B0400000000000000" pitchFamily="34" charset="-120"/>
                </a:endParaRPr>
              </a:p>
            </p:txBody>
          </p:sp>
        </p:grpSp>
        <p:pic>
          <p:nvPicPr>
            <p:cNvPr id="12" name="圖片 11" descr="一張含有 文字, 美工圖案, 餐具 的圖片&#10;&#10;自動產生的描述">
              <a:extLst>
                <a:ext uri="{FF2B5EF4-FFF2-40B4-BE49-F238E27FC236}">
                  <a16:creationId xmlns:a16="http://schemas.microsoft.com/office/drawing/2014/main" id="{ACD4FA6C-BF05-4948-96DA-48BD4A2234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1246" y="406659"/>
              <a:ext cx="1470694" cy="634257"/>
            </a:xfrm>
            <a:prstGeom prst="rect">
              <a:avLst/>
            </a:prstGeom>
          </p:spPr>
        </p:pic>
      </p:grpSp>
      <p:sp>
        <p:nvSpPr>
          <p:cNvPr id="18" name="文字版面配置區 30">
            <a:extLst>
              <a:ext uri="{FF2B5EF4-FFF2-40B4-BE49-F238E27FC236}">
                <a16:creationId xmlns:a16="http://schemas.microsoft.com/office/drawing/2014/main" id="{AF6AA438-075C-184F-A7CA-42180E95B9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42838" y="1890386"/>
            <a:ext cx="5423341" cy="69378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1" i="0">
                <a:solidFill>
                  <a:schemeClr val="bg1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按一下以編輯文字樣</a:t>
            </a:r>
          </a:p>
        </p:txBody>
      </p:sp>
      <p:sp>
        <p:nvSpPr>
          <p:cNvPr id="19" name="文字版面配置區 30">
            <a:extLst>
              <a:ext uri="{FF2B5EF4-FFF2-40B4-BE49-F238E27FC236}">
                <a16:creationId xmlns:a16="http://schemas.microsoft.com/office/drawing/2014/main" id="{BF856B80-13EA-4F41-8597-AEAEE0563F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42837" y="2743492"/>
            <a:ext cx="5423341" cy="9456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C7703C9A-322D-CC4D-90D8-7EF46E954952}"/>
              </a:ext>
            </a:extLst>
          </p:cNvPr>
          <p:cNvGrpSpPr/>
          <p:nvPr userDrawn="1"/>
        </p:nvGrpSpPr>
        <p:grpSpPr>
          <a:xfrm>
            <a:off x="10447506" y="5946945"/>
            <a:ext cx="1339681" cy="510633"/>
            <a:chOff x="10447506" y="5946945"/>
            <a:chExt cx="1339681" cy="510633"/>
          </a:xfrm>
        </p:grpSpPr>
        <p:pic>
          <p:nvPicPr>
            <p:cNvPr id="21" name="圖片 20" descr="一張含有 文字, 美工圖案, 餐具 的圖片&#10;&#10;自動產生的描述">
              <a:extLst>
                <a:ext uri="{FF2B5EF4-FFF2-40B4-BE49-F238E27FC236}">
                  <a16:creationId xmlns:a16="http://schemas.microsoft.com/office/drawing/2014/main" id="{9FE35E45-BF2D-1C4A-8AF4-CDE4375E53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03149" y="5946945"/>
              <a:ext cx="1184038" cy="510633"/>
            </a:xfrm>
            <a:prstGeom prst="rect">
              <a:avLst/>
            </a:prstGeom>
          </p:spPr>
        </p:pic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C4BF38B8-E938-1B44-9BC7-DC4886DCC35A}"/>
                </a:ext>
              </a:extLst>
            </p:cNvPr>
            <p:cNvCxnSpPr/>
            <p:nvPr userDrawn="1"/>
          </p:nvCxnSpPr>
          <p:spPr>
            <a:xfrm>
              <a:off x="10447506" y="5946945"/>
              <a:ext cx="0" cy="51063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53A36EF1-5691-E248-8243-8BA310C55991}"/>
              </a:ext>
            </a:extLst>
          </p:cNvPr>
          <p:cNvGrpSpPr/>
          <p:nvPr userDrawn="1"/>
        </p:nvGrpSpPr>
        <p:grpSpPr>
          <a:xfrm>
            <a:off x="6529057" y="4322744"/>
            <a:ext cx="1876425" cy="408623"/>
            <a:chOff x="7759700" y="6011708"/>
            <a:chExt cx="1876425" cy="408623"/>
          </a:xfrm>
        </p:grpSpPr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D5B764A2-F493-FF4D-A89B-CEEAD61AC116}"/>
                </a:ext>
              </a:extLst>
            </p:cNvPr>
            <p:cNvSpPr txBox="1"/>
            <p:nvPr userDrawn="1"/>
          </p:nvSpPr>
          <p:spPr>
            <a:xfrm>
              <a:off x="7759700" y="6011708"/>
              <a:ext cx="1876425" cy="408623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zh-TW" altLang="en-US" b="0" i="0">
                  <a:solidFill>
                    <a:schemeClr val="bg1"/>
                  </a:solidFill>
                  <a:ea typeface="PingFang TC" panose="020B0400000000000000" pitchFamily="34" charset="-120"/>
                </a:rPr>
                <a:t>行為即時追蹤</a:t>
              </a:r>
            </a:p>
          </p:txBody>
        </p:sp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35432A7E-4297-C84E-B4BC-9E66BD5382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645" y="6101720"/>
              <a:ext cx="228600" cy="228600"/>
            </a:xfrm>
            <a:prstGeom prst="rect">
              <a:avLst/>
            </a:prstGeom>
          </p:spPr>
        </p:pic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AC3DCEEF-7039-E14F-A56F-57B51D624E81}"/>
              </a:ext>
            </a:extLst>
          </p:cNvPr>
          <p:cNvGrpSpPr/>
          <p:nvPr userDrawn="1"/>
        </p:nvGrpSpPr>
        <p:grpSpPr>
          <a:xfrm>
            <a:off x="8511112" y="4322743"/>
            <a:ext cx="1876425" cy="408623"/>
            <a:chOff x="9866483" y="6011707"/>
            <a:chExt cx="1876425" cy="408623"/>
          </a:xfrm>
        </p:grpSpPr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C98AF44B-BC4A-4449-B51A-B0944664D2BD}"/>
                </a:ext>
              </a:extLst>
            </p:cNvPr>
            <p:cNvSpPr txBox="1"/>
            <p:nvPr userDrawn="1"/>
          </p:nvSpPr>
          <p:spPr>
            <a:xfrm>
              <a:off x="9866483" y="6011707"/>
              <a:ext cx="1876425" cy="408623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zh-TW" altLang="en-US" b="0" i="0">
                  <a:solidFill>
                    <a:schemeClr val="bg1"/>
                  </a:solidFill>
                  <a:ea typeface="PingFang TC" panose="020B0400000000000000" pitchFamily="34" charset="-120"/>
                </a:rPr>
                <a:t>消費特徵洞察</a:t>
              </a:r>
            </a:p>
          </p:txBody>
        </p:sp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AE85DF79-122A-2A46-8DF2-390845BB35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84551" y="6101720"/>
              <a:ext cx="228600" cy="228600"/>
            </a:xfrm>
            <a:prstGeom prst="rect">
              <a:avLst/>
            </a:prstGeom>
          </p:spPr>
        </p:pic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E31AF7D9-9690-B148-BF1F-A5B59122A0A0}"/>
              </a:ext>
            </a:extLst>
          </p:cNvPr>
          <p:cNvGrpSpPr/>
          <p:nvPr userDrawn="1"/>
        </p:nvGrpSpPr>
        <p:grpSpPr>
          <a:xfrm>
            <a:off x="6531002" y="1426998"/>
            <a:ext cx="1779162" cy="55756"/>
            <a:chOff x="6558995" y="1408336"/>
            <a:chExt cx="1779162" cy="5575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2D0A8AF-560E-2942-ACCC-4E041738066A}"/>
                </a:ext>
              </a:extLst>
            </p:cNvPr>
            <p:cNvSpPr/>
            <p:nvPr userDrawn="1"/>
          </p:nvSpPr>
          <p:spPr>
            <a:xfrm>
              <a:off x="6558995" y="1408339"/>
              <a:ext cx="868657" cy="55753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74C954A-D3CE-C047-B83E-D872486F2AA9}"/>
                </a:ext>
              </a:extLst>
            </p:cNvPr>
            <p:cNvSpPr/>
            <p:nvPr userDrawn="1"/>
          </p:nvSpPr>
          <p:spPr>
            <a:xfrm>
              <a:off x="7427652" y="1408337"/>
              <a:ext cx="583245" cy="55755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F7FEAAA-FF15-FB4C-9167-1614CF05191F}"/>
                </a:ext>
              </a:extLst>
            </p:cNvPr>
            <p:cNvSpPr/>
            <p:nvPr userDrawn="1"/>
          </p:nvSpPr>
          <p:spPr>
            <a:xfrm>
              <a:off x="8010897" y="1408336"/>
              <a:ext cx="237423" cy="55755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DED9571D-8E07-1C4D-A361-DE5097F885E1}"/>
                </a:ext>
              </a:extLst>
            </p:cNvPr>
            <p:cNvSpPr/>
            <p:nvPr userDrawn="1"/>
          </p:nvSpPr>
          <p:spPr>
            <a:xfrm>
              <a:off x="8248321" y="1408336"/>
              <a:ext cx="89836" cy="55755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35" name="投影片編號版面配置區 1">
            <a:extLst>
              <a:ext uri="{FF2B5EF4-FFF2-40B4-BE49-F238E27FC236}">
                <a16:creationId xmlns:a16="http://schemas.microsoft.com/office/drawing/2014/main" id="{83F44F45-0D52-5240-B12B-914C5B7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71409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>
  <p:cSld name="2_標題及內容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22" name="Google Shape;22;p3"/>
            <p:cNvSpPr/>
            <p:nvPr/>
          </p:nvSpPr>
          <p:spPr>
            <a:xfrm rot="10800000" flipH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 rot="10800000" flipH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 rot="10800000" flipH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312241" y="444714"/>
            <a:ext cx="1611842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2"/>
          </p:nvPr>
        </p:nvSpPr>
        <p:spPr>
          <a:xfrm>
            <a:off x="312241" y="2823401"/>
            <a:ext cx="1611842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3"/>
          </p:nvPr>
        </p:nvSpPr>
        <p:spPr>
          <a:xfrm>
            <a:off x="1991647" y="412530"/>
            <a:ext cx="9795540" cy="183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4"/>
          </p:nvPr>
        </p:nvSpPr>
        <p:spPr>
          <a:xfrm>
            <a:off x="1991650" y="2790227"/>
            <a:ext cx="9795537" cy="300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5"/>
          </p:nvPr>
        </p:nvSpPr>
        <p:spPr>
          <a:xfrm>
            <a:off x="1991648" y="3339548"/>
            <a:ext cx="9795540" cy="208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31" name="Google Shape;31;p3" descr="一張含有 文字, 美工圖案, 餐具 的圖片&#10;&#10;自動產生的描述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03149" y="5946945"/>
            <a:ext cx="1184038" cy="5106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" name="Google Shape;32;p3"/>
          <p:cNvCxnSpPr/>
          <p:nvPr/>
        </p:nvCxnSpPr>
        <p:spPr>
          <a:xfrm>
            <a:off x="10447506" y="5946945"/>
            <a:ext cx="0" cy="510633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投影片編號版面配置區 1">
            <a:extLst>
              <a:ext uri="{FF2B5EF4-FFF2-40B4-BE49-F238E27FC236}">
                <a16:creationId xmlns:a16="http://schemas.microsoft.com/office/drawing/2014/main" id="{5D9322B7-3820-DF43-8C65-94BBF81205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8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3A732-569E-684E-8BC0-555F46348AD0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540319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083555" cy="6858000"/>
          </a:xfrm>
          <a:custGeom>
            <a:avLst/>
            <a:gdLst>
              <a:gd name="connsiteX0" fmla="*/ 0 w 4397974"/>
              <a:gd name="connsiteY0" fmla="*/ 0 h 6858000"/>
              <a:gd name="connsiteX1" fmla="*/ 4397974 w 4397974"/>
              <a:gd name="connsiteY1" fmla="*/ 0 h 6858000"/>
              <a:gd name="connsiteX2" fmla="*/ 4397974 w 4397974"/>
              <a:gd name="connsiteY2" fmla="*/ 6858000 h 6858000"/>
              <a:gd name="connsiteX3" fmla="*/ 0 w 439797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7974" h="6858000">
                <a:moveTo>
                  <a:pt x="0" y="0"/>
                </a:moveTo>
                <a:lnTo>
                  <a:pt x="4397974" y="0"/>
                </a:lnTo>
                <a:lnTo>
                  <a:pt x="4397974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fr-CA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1449685" y="1566770"/>
            <a:ext cx="2097088" cy="3706813"/>
          </a:xfrm>
          <a:custGeom>
            <a:avLst/>
            <a:gdLst>
              <a:gd name="connsiteX0" fmla="*/ 0 w 2097088"/>
              <a:gd name="connsiteY0" fmla="*/ 0 h 3706813"/>
              <a:gd name="connsiteX1" fmla="*/ 2097088 w 2097088"/>
              <a:gd name="connsiteY1" fmla="*/ 0 h 3706813"/>
              <a:gd name="connsiteX2" fmla="*/ 2097088 w 2097088"/>
              <a:gd name="connsiteY2" fmla="*/ 3706813 h 3706813"/>
              <a:gd name="connsiteX3" fmla="*/ 0 w 2097088"/>
              <a:gd name="connsiteY3" fmla="*/ 3706813 h 3706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7088" h="3706813">
                <a:moveTo>
                  <a:pt x="0" y="0"/>
                </a:moveTo>
                <a:lnTo>
                  <a:pt x="2097088" y="0"/>
                </a:lnTo>
                <a:lnTo>
                  <a:pt x="2097088" y="3706813"/>
                </a:lnTo>
                <a:lnTo>
                  <a:pt x="0" y="370681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fr-CA"/>
          </a:p>
        </p:txBody>
      </p:sp>
      <p:sp>
        <p:nvSpPr>
          <p:cNvPr id="5" name="投影片編號版面配置區 1">
            <a:extLst>
              <a:ext uri="{FF2B5EF4-FFF2-40B4-BE49-F238E27FC236}">
                <a16:creationId xmlns:a16="http://schemas.microsoft.com/office/drawing/2014/main" id="{61D00F52-5333-6646-A50B-D63A57B76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8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3A732-569E-684E-8BC0-555F46348AD0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23335375"/>
      </p:ext>
    </p:extLst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>
  <p:cSld name="1_直排標題及文字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>
            <a:spLocks noGrp="1"/>
          </p:cNvSpPr>
          <p:nvPr>
            <p:ph type="pic" idx="2"/>
          </p:nvPr>
        </p:nvSpPr>
        <p:spPr>
          <a:xfrm>
            <a:off x="0" y="0"/>
            <a:ext cx="601191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9"/>
          <p:cNvSpPr txBox="1">
            <a:spLocks noGrp="1"/>
          </p:cNvSpPr>
          <p:nvPr>
            <p:ph type="body" idx="1"/>
          </p:nvPr>
        </p:nvSpPr>
        <p:spPr>
          <a:xfrm>
            <a:off x="6442838" y="1890386"/>
            <a:ext cx="5423341" cy="69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body" idx="3"/>
          </p:nvPr>
        </p:nvSpPr>
        <p:spPr>
          <a:xfrm>
            <a:off x="6442837" y="2743492"/>
            <a:ext cx="5423341" cy="945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grpSp>
        <p:nvGrpSpPr>
          <p:cNvPr id="128" name="Google Shape;128;p9"/>
          <p:cNvGrpSpPr/>
          <p:nvPr/>
        </p:nvGrpSpPr>
        <p:grpSpPr>
          <a:xfrm>
            <a:off x="6529057" y="4322744"/>
            <a:ext cx="1876425" cy="408623"/>
            <a:chOff x="7759700" y="6011708"/>
            <a:chExt cx="1876425" cy="408623"/>
          </a:xfrm>
        </p:grpSpPr>
        <p:sp>
          <p:nvSpPr>
            <p:cNvPr id="129" name="Google Shape;129;p9"/>
            <p:cNvSpPr/>
            <p:nvPr/>
          </p:nvSpPr>
          <p:spPr>
            <a:xfrm>
              <a:off x="7759700" y="6011708"/>
              <a:ext cx="1876425" cy="408623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行為即時追蹤</a:t>
              </a:r>
              <a:endParaRPr/>
            </a:p>
          </p:txBody>
        </p:sp>
        <p:pic>
          <p:nvPicPr>
            <p:cNvPr id="130" name="Google Shape;130;p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871645" y="610172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9"/>
          <p:cNvGrpSpPr/>
          <p:nvPr/>
        </p:nvGrpSpPr>
        <p:grpSpPr>
          <a:xfrm>
            <a:off x="8511112" y="4322743"/>
            <a:ext cx="1876425" cy="408623"/>
            <a:chOff x="9866483" y="6011707"/>
            <a:chExt cx="1876425" cy="408623"/>
          </a:xfrm>
        </p:grpSpPr>
        <p:sp>
          <p:nvSpPr>
            <p:cNvPr id="132" name="Google Shape;132;p9"/>
            <p:cNvSpPr/>
            <p:nvPr/>
          </p:nvSpPr>
          <p:spPr>
            <a:xfrm>
              <a:off x="9866483" y="6011707"/>
              <a:ext cx="1876425" cy="408623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消費特徵洞察</a:t>
              </a:r>
              <a:endParaRPr/>
            </a:p>
          </p:txBody>
        </p:sp>
        <p:pic>
          <p:nvPicPr>
            <p:cNvPr id="133" name="Google Shape;133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984551" y="610172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9"/>
          <p:cNvGrpSpPr/>
          <p:nvPr/>
        </p:nvGrpSpPr>
        <p:grpSpPr>
          <a:xfrm>
            <a:off x="6531002" y="1426998"/>
            <a:ext cx="1779162" cy="55756"/>
            <a:chOff x="6558995" y="1408336"/>
            <a:chExt cx="1779162" cy="55756"/>
          </a:xfrm>
        </p:grpSpPr>
        <p:sp>
          <p:nvSpPr>
            <p:cNvPr id="135" name="Google Shape;135;p9"/>
            <p:cNvSpPr/>
            <p:nvPr/>
          </p:nvSpPr>
          <p:spPr>
            <a:xfrm>
              <a:off x="6558995" y="1408339"/>
              <a:ext cx="868657" cy="55753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7427652" y="1408337"/>
              <a:ext cx="583245" cy="55755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8010897" y="1408336"/>
              <a:ext cx="237423" cy="55755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8248321" y="1408336"/>
              <a:ext cx="89836" cy="55755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24" name="Google Shape;118;p9">
            <a:extLst>
              <a:ext uri="{FF2B5EF4-FFF2-40B4-BE49-F238E27FC236}">
                <a16:creationId xmlns:a16="http://schemas.microsoft.com/office/drawing/2014/main" id="{1C5A8D34-41C1-4247-A22E-066A455F7060}"/>
              </a:ext>
            </a:extLst>
          </p:cNvPr>
          <p:cNvGrpSpPr/>
          <p:nvPr userDrawn="1"/>
        </p:nvGrpSpPr>
        <p:grpSpPr>
          <a:xfrm>
            <a:off x="6529057" y="227047"/>
            <a:ext cx="1779162" cy="1255706"/>
            <a:chOff x="407012" y="0"/>
            <a:chExt cx="1779162" cy="1255706"/>
          </a:xfrm>
        </p:grpSpPr>
        <p:grpSp>
          <p:nvGrpSpPr>
            <p:cNvPr id="25" name="Google Shape;119;p9">
              <a:extLst>
                <a:ext uri="{FF2B5EF4-FFF2-40B4-BE49-F238E27FC236}">
                  <a16:creationId xmlns:a16="http://schemas.microsoft.com/office/drawing/2014/main" id="{C55F7C63-44D9-F744-AC42-40F8648879CE}"/>
                </a:ext>
              </a:extLst>
            </p:cNvPr>
            <p:cNvGrpSpPr/>
            <p:nvPr/>
          </p:nvGrpSpPr>
          <p:grpSpPr>
            <a:xfrm>
              <a:off x="407012" y="0"/>
              <a:ext cx="1779162" cy="1255706"/>
              <a:chOff x="405774" y="-1"/>
              <a:chExt cx="1779162" cy="1255706"/>
            </a:xfrm>
          </p:grpSpPr>
          <p:sp>
            <p:nvSpPr>
              <p:cNvPr id="27" name="Google Shape;120;p9">
                <a:extLst>
                  <a:ext uri="{FF2B5EF4-FFF2-40B4-BE49-F238E27FC236}">
                    <a16:creationId xmlns:a16="http://schemas.microsoft.com/office/drawing/2014/main" id="{3F49AF89-FC79-B14C-A85B-BA099A47A3B8}"/>
                  </a:ext>
                </a:extLst>
              </p:cNvPr>
              <p:cNvSpPr/>
              <p:nvPr/>
            </p:nvSpPr>
            <p:spPr>
              <a:xfrm>
                <a:off x="405774" y="-1"/>
                <a:ext cx="1779162" cy="1199950"/>
              </a:xfrm>
              <a:prstGeom prst="rect">
                <a:avLst/>
              </a:prstGeom>
              <a:solidFill>
                <a:srgbClr val="21253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28" name="Google Shape;121;p9">
                <a:extLst>
                  <a:ext uri="{FF2B5EF4-FFF2-40B4-BE49-F238E27FC236}">
                    <a16:creationId xmlns:a16="http://schemas.microsoft.com/office/drawing/2014/main" id="{022F1B05-2672-9F4B-98EF-13B8B2918058}"/>
                  </a:ext>
                </a:extLst>
              </p:cNvPr>
              <p:cNvSpPr/>
              <p:nvPr/>
            </p:nvSpPr>
            <p:spPr>
              <a:xfrm>
                <a:off x="405774" y="1199952"/>
                <a:ext cx="868657" cy="55753"/>
              </a:xfrm>
              <a:prstGeom prst="rect">
                <a:avLst/>
              </a:prstGeom>
              <a:solidFill>
                <a:srgbClr val="C33B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29" name="Google Shape;122;p9">
                <a:extLst>
                  <a:ext uri="{FF2B5EF4-FFF2-40B4-BE49-F238E27FC236}">
                    <a16:creationId xmlns:a16="http://schemas.microsoft.com/office/drawing/2014/main" id="{2B05BEA2-6B2E-9140-B486-5AA7B789901D}"/>
                  </a:ext>
                </a:extLst>
              </p:cNvPr>
              <p:cNvSpPr/>
              <p:nvPr/>
            </p:nvSpPr>
            <p:spPr>
              <a:xfrm>
                <a:off x="1274431" y="1199950"/>
                <a:ext cx="583245" cy="55755"/>
              </a:xfrm>
              <a:prstGeom prst="rect">
                <a:avLst/>
              </a:prstGeom>
              <a:solidFill>
                <a:srgbClr val="00878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30" name="Google Shape;123;p9">
                <a:extLst>
                  <a:ext uri="{FF2B5EF4-FFF2-40B4-BE49-F238E27FC236}">
                    <a16:creationId xmlns:a16="http://schemas.microsoft.com/office/drawing/2014/main" id="{1C6BB312-56EC-864B-8308-626015254867}"/>
                  </a:ext>
                </a:extLst>
              </p:cNvPr>
              <p:cNvSpPr/>
              <p:nvPr/>
            </p:nvSpPr>
            <p:spPr>
              <a:xfrm>
                <a:off x="1857676" y="1199949"/>
                <a:ext cx="237423" cy="55755"/>
              </a:xfrm>
              <a:prstGeom prst="rect">
                <a:avLst/>
              </a:prstGeom>
              <a:solidFill>
                <a:srgbClr val="3F92C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31" name="Google Shape;124;p9">
                <a:extLst>
                  <a:ext uri="{FF2B5EF4-FFF2-40B4-BE49-F238E27FC236}">
                    <a16:creationId xmlns:a16="http://schemas.microsoft.com/office/drawing/2014/main" id="{912C8658-671F-CD4E-A859-B39C0683FA09}"/>
                  </a:ext>
                </a:extLst>
              </p:cNvPr>
              <p:cNvSpPr/>
              <p:nvPr/>
            </p:nvSpPr>
            <p:spPr>
              <a:xfrm>
                <a:off x="2095100" y="1199949"/>
                <a:ext cx="89836" cy="55755"/>
              </a:xfrm>
              <a:prstGeom prst="rect">
                <a:avLst/>
              </a:prstGeom>
              <a:solidFill>
                <a:srgbClr val="9E9E9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pic>
          <p:nvPicPr>
            <p:cNvPr id="26" name="Google Shape;125;p9" descr="一張含有 文字, 美工圖案, 餐具 的圖片&#10;&#10;自動產生的描述">
              <a:extLst>
                <a:ext uri="{FF2B5EF4-FFF2-40B4-BE49-F238E27FC236}">
                  <a16:creationId xmlns:a16="http://schemas.microsoft.com/office/drawing/2014/main" id="{8DD4ED8A-34E6-C149-ACA3-1F9781BFF54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1246" y="406659"/>
              <a:ext cx="1470694" cy="6342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投影片編號版面配置區 1">
            <a:extLst>
              <a:ext uri="{FF2B5EF4-FFF2-40B4-BE49-F238E27FC236}">
                <a16:creationId xmlns:a16="http://schemas.microsoft.com/office/drawing/2014/main" id="{9EDA49A8-74FB-784E-AF33-BE0B8338B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8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3A732-569E-684E-8BC0-555F46348AD0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4042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247A32F9-AD6E-0644-A828-ACDEFBC105F6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56BC82F-591F-9B48-B358-7934D1C7E91F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862E27B-741A-404E-B52D-E772C1AC3ADA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E6031AB-9B8F-824C-B22A-3008ACC36DC5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E883038-0EC6-5B4A-B96F-B32809699F04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10" name="文字版面配置區 13">
            <a:extLst>
              <a:ext uri="{FF2B5EF4-FFF2-40B4-BE49-F238E27FC236}">
                <a16:creationId xmlns:a16="http://schemas.microsoft.com/office/drawing/2014/main" id="{C7AADA6E-C803-094F-89C4-F156ED348F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21253A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2" name="文字版面配置區 2">
            <a:extLst>
              <a:ext uri="{FF2B5EF4-FFF2-40B4-BE49-F238E27FC236}">
                <a16:creationId xmlns:a16="http://schemas.microsoft.com/office/drawing/2014/main" id="{72FF20DD-BD49-DD40-8758-571CB8C37D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11C8EC9-B91F-5544-B4C1-269E6E77EBC9}"/>
              </a:ext>
            </a:extLst>
          </p:cNvPr>
          <p:cNvSpPr/>
          <p:nvPr userDrawn="1"/>
        </p:nvSpPr>
        <p:spPr>
          <a:xfrm>
            <a:off x="438773" y="1331653"/>
            <a:ext cx="2636442" cy="4615291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圓角化同側角落矩形 31">
            <a:extLst>
              <a:ext uri="{FF2B5EF4-FFF2-40B4-BE49-F238E27FC236}">
                <a16:creationId xmlns:a16="http://schemas.microsoft.com/office/drawing/2014/main" id="{D99E3809-B79F-AF4C-B472-0E4DFBF76B82}"/>
              </a:ext>
            </a:extLst>
          </p:cNvPr>
          <p:cNvSpPr/>
          <p:nvPr userDrawn="1"/>
        </p:nvSpPr>
        <p:spPr>
          <a:xfrm>
            <a:off x="441669" y="1355001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F3AF4D2-570A-7649-831C-AE5B8D79EA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75DDD46-656B-6641-BF9B-AAF44AD4F7F9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B9F548FC-3999-8C4A-B8FD-886FF726808E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952039B3-A4F3-A343-B366-BB9C8EB1C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041" y="1373655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18" name="文字版面配置區 2">
            <a:extLst>
              <a:ext uri="{FF2B5EF4-FFF2-40B4-BE49-F238E27FC236}">
                <a16:creationId xmlns:a16="http://schemas.microsoft.com/office/drawing/2014/main" id="{51D509FD-36FE-1248-ACCC-03EDFAAD48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7131" y="1405035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57F05F4-7ABD-D446-9AC7-B0F93C0EEC4C}"/>
              </a:ext>
            </a:extLst>
          </p:cNvPr>
          <p:cNvSpPr/>
          <p:nvPr userDrawn="1"/>
        </p:nvSpPr>
        <p:spPr>
          <a:xfrm>
            <a:off x="3331723" y="1331654"/>
            <a:ext cx="2636442" cy="4615290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13F85F0F-DA08-9141-9DF7-7BF44C8F7CA8}"/>
              </a:ext>
            </a:extLst>
          </p:cNvPr>
          <p:cNvSpPr/>
          <p:nvPr userDrawn="1"/>
        </p:nvSpPr>
        <p:spPr>
          <a:xfrm>
            <a:off x="6239506" y="1331653"/>
            <a:ext cx="2636442" cy="4615290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27D4B48D-2CDC-B742-835C-BDACCADCE8F8}"/>
              </a:ext>
            </a:extLst>
          </p:cNvPr>
          <p:cNvSpPr/>
          <p:nvPr userDrawn="1"/>
        </p:nvSpPr>
        <p:spPr>
          <a:xfrm>
            <a:off x="9145753" y="1331651"/>
            <a:ext cx="2636442" cy="4615291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37114752-89B0-044F-A0B4-7D61E73D26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5" name="內容版面配置區 21">
            <a:extLst>
              <a:ext uri="{FF2B5EF4-FFF2-40B4-BE49-F238E27FC236}">
                <a16:creationId xmlns:a16="http://schemas.microsoft.com/office/drawing/2014/main" id="{97770410-20CF-984C-8448-4861386A13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0032" y="19579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4" name="圓角化同側角落矩形 33">
            <a:extLst>
              <a:ext uri="{FF2B5EF4-FFF2-40B4-BE49-F238E27FC236}">
                <a16:creationId xmlns:a16="http://schemas.microsoft.com/office/drawing/2014/main" id="{6CD0B8CC-4E41-DB4F-96A0-8BDF43B8B535}"/>
              </a:ext>
            </a:extLst>
          </p:cNvPr>
          <p:cNvSpPr/>
          <p:nvPr userDrawn="1"/>
        </p:nvSpPr>
        <p:spPr>
          <a:xfrm>
            <a:off x="3335309" y="1355001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文字版面配置區 2">
            <a:extLst>
              <a:ext uri="{FF2B5EF4-FFF2-40B4-BE49-F238E27FC236}">
                <a16:creationId xmlns:a16="http://schemas.microsoft.com/office/drawing/2014/main" id="{01881E4F-127C-3647-B8F0-012F2CEA34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1681" y="1373655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0" name="文字版面配置區 2">
            <a:extLst>
              <a:ext uri="{FF2B5EF4-FFF2-40B4-BE49-F238E27FC236}">
                <a16:creationId xmlns:a16="http://schemas.microsoft.com/office/drawing/2014/main" id="{A7751E05-D5E2-C84E-9DD1-378AE1B766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60771" y="1405035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41" name="圓角化同側角落矩形 40">
            <a:extLst>
              <a:ext uri="{FF2B5EF4-FFF2-40B4-BE49-F238E27FC236}">
                <a16:creationId xmlns:a16="http://schemas.microsoft.com/office/drawing/2014/main" id="{E9D7CF22-7A70-904F-B54F-59FCF40F1E35}"/>
              </a:ext>
            </a:extLst>
          </p:cNvPr>
          <p:cNvSpPr/>
          <p:nvPr userDrawn="1"/>
        </p:nvSpPr>
        <p:spPr>
          <a:xfrm>
            <a:off x="6242323" y="1360995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文字版面配置區 2">
            <a:extLst>
              <a:ext uri="{FF2B5EF4-FFF2-40B4-BE49-F238E27FC236}">
                <a16:creationId xmlns:a16="http://schemas.microsoft.com/office/drawing/2014/main" id="{BE2CEDAC-A71D-6F48-8CD9-EF1F5BBA9E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8695" y="1379649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3" name="文字版面配置區 2">
            <a:extLst>
              <a:ext uri="{FF2B5EF4-FFF2-40B4-BE49-F238E27FC236}">
                <a16:creationId xmlns:a16="http://schemas.microsoft.com/office/drawing/2014/main" id="{51F9A51C-9F1B-E145-9E60-5888DA7EFA9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67785" y="1411029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44" name="圓角化同側角落矩形 43">
            <a:extLst>
              <a:ext uri="{FF2B5EF4-FFF2-40B4-BE49-F238E27FC236}">
                <a16:creationId xmlns:a16="http://schemas.microsoft.com/office/drawing/2014/main" id="{F32AC7A4-7528-2347-9C48-243CDC30B901}"/>
              </a:ext>
            </a:extLst>
          </p:cNvPr>
          <p:cNvSpPr/>
          <p:nvPr userDrawn="1"/>
        </p:nvSpPr>
        <p:spPr>
          <a:xfrm>
            <a:off x="9148649" y="1355001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文字版面配置區 2">
            <a:extLst>
              <a:ext uri="{FF2B5EF4-FFF2-40B4-BE49-F238E27FC236}">
                <a16:creationId xmlns:a16="http://schemas.microsoft.com/office/drawing/2014/main" id="{65D744C5-E6F5-ED4B-94B9-355EB4833BF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85021" y="1373655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6" name="文字版面配置區 2">
            <a:extLst>
              <a:ext uri="{FF2B5EF4-FFF2-40B4-BE49-F238E27FC236}">
                <a16:creationId xmlns:a16="http://schemas.microsoft.com/office/drawing/2014/main" id="{6B4AABC2-F429-4045-83A9-4FCE95B9469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974111" y="1405035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48" name="內容版面配置區 21">
            <a:extLst>
              <a:ext uri="{FF2B5EF4-FFF2-40B4-BE49-F238E27FC236}">
                <a16:creationId xmlns:a16="http://schemas.microsoft.com/office/drawing/2014/main" id="{BA85582E-76A1-D748-A16F-A387FF59ACBA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3441493" y="19579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9" name="內容版面配置區 21">
            <a:extLst>
              <a:ext uri="{FF2B5EF4-FFF2-40B4-BE49-F238E27FC236}">
                <a16:creationId xmlns:a16="http://schemas.microsoft.com/office/drawing/2014/main" id="{43BBBC8C-F853-9C42-B07E-408A9DFCE3E4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6334162" y="19579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0" name="內容版面配置區 21">
            <a:extLst>
              <a:ext uri="{FF2B5EF4-FFF2-40B4-BE49-F238E27FC236}">
                <a16:creationId xmlns:a16="http://schemas.microsoft.com/office/drawing/2014/main" id="{7F36B82B-3B10-0A46-8608-6F3AA82BC667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9262000" y="19579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6" name="投影片編號版面配置區 1">
            <a:extLst>
              <a:ext uri="{FF2B5EF4-FFF2-40B4-BE49-F238E27FC236}">
                <a16:creationId xmlns:a16="http://schemas.microsoft.com/office/drawing/2014/main" id="{53D992CF-AC86-D549-9A8E-59195C341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89518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247A32F9-AD6E-0644-A828-ACDEFBC105F6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56BC82F-591F-9B48-B358-7934D1C7E91F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862E27B-741A-404E-B52D-E772C1AC3ADA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E6031AB-9B8F-824C-B22A-3008ACC36DC5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E883038-0EC6-5B4A-B96F-B32809699F04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10" name="文字版面配置區 13">
            <a:extLst>
              <a:ext uri="{FF2B5EF4-FFF2-40B4-BE49-F238E27FC236}">
                <a16:creationId xmlns:a16="http://schemas.microsoft.com/office/drawing/2014/main" id="{C7AADA6E-C803-094F-89C4-F156ED348F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21253A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2" name="文字版面配置區 2">
            <a:extLst>
              <a:ext uri="{FF2B5EF4-FFF2-40B4-BE49-F238E27FC236}">
                <a16:creationId xmlns:a16="http://schemas.microsoft.com/office/drawing/2014/main" id="{72FF20DD-BD49-DD40-8758-571CB8C37D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11C8EC9-B91F-5544-B4C1-269E6E77EBC9}"/>
              </a:ext>
            </a:extLst>
          </p:cNvPr>
          <p:cNvSpPr/>
          <p:nvPr userDrawn="1"/>
        </p:nvSpPr>
        <p:spPr>
          <a:xfrm>
            <a:off x="311773" y="1407713"/>
            <a:ext cx="2636442" cy="4539231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圓角化同側角落矩形 31">
            <a:extLst>
              <a:ext uri="{FF2B5EF4-FFF2-40B4-BE49-F238E27FC236}">
                <a16:creationId xmlns:a16="http://schemas.microsoft.com/office/drawing/2014/main" id="{D99E3809-B79F-AF4C-B472-0E4DFBF76B82}"/>
              </a:ext>
            </a:extLst>
          </p:cNvPr>
          <p:cNvSpPr/>
          <p:nvPr userDrawn="1"/>
        </p:nvSpPr>
        <p:spPr>
          <a:xfrm>
            <a:off x="314669" y="1414592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F3AF4D2-570A-7649-831C-AE5B8D79EA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75DDD46-656B-6641-BF9B-AAF44AD4F7F9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B9F548FC-3999-8C4A-B8FD-886FF726808E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952039B3-A4F3-A343-B366-BB9C8EB1C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1041" y="1433246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18" name="文字版面配置區 2">
            <a:extLst>
              <a:ext uri="{FF2B5EF4-FFF2-40B4-BE49-F238E27FC236}">
                <a16:creationId xmlns:a16="http://schemas.microsoft.com/office/drawing/2014/main" id="{51D509FD-36FE-1248-ACCC-03EDFAAD48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40131" y="1464626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57F05F4-7ABD-D446-9AC7-B0F93C0EEC4C}"/>
              </a:ext>
            </a:extLst>
          </p:cNvPr>
          <p:cNvSpPr/>
          <p:nvPr userDrawn="1"/>
        </p:nvSpPr>
        <p:spPr>
          <a:xfrm>
            <a:off x="3255523" y="1407712"/>
            <a:ext cx="2636442" cy="4539231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13F85F0F-DA08-9141-9DF7-7BF44C8F7CA8}"/>
              </a:ext>
            </a:extLst>
          </p:cNvPr>
          <p:cNvSpPr/>
          <p:nvPr userDrawn="1"/>
        </p:nvSpPr>
        <p:spPr>
          <a:xfrm>
            <a:off x="6176006" y="1407711"/>
            <a:ext cx="2636442" cy="4539231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27D4B48D-2CDC-B742-835C-BDACCADCE8F8}"/>
              </a:ext>
            </a:extLst>
          </p:cNvPr>
          <p:cNvSpPr/>
          <p:nvPr userDrawn="1"/>
        </p:nvSpPr>
        <p:spPr>
          <a:xfrm>
            <a:off x="9145753" y="1407712"/>
            <a:ext cx="2636442" cy="4539230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37114752-89B0-044F-A0B4-7D61E73D26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5" name="內容版面配置區 21">
            <a:extLst>
              <a:ext uri="{FF2B5EF4-FFF2-40B4-BE49-F238E27FC236}">
                <a16:creationId xmlns:a16="http://schemas.microsoft.com/office/drawing/2014/main" id="{97770410-20CF-984C-8448-4861386A13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3032" y="18182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4" name="圓角化同側角落矩形 33">
            <a:extLst>
              <a:ext uri="{FF2B5EF4-FFF2-40B4-BE49-F238E27FC236}">
                <a16:creationId xmlns:a16="http://schemas.microsoft.com/office/drawing/2014/main" id="{6CD0B8CC-4E41-DB4F-96A0-8BDF43B8B535}"/>
              </a:ext>
            </a:extLst>
          </p:cNvPr>
          <p:cNvSpPr/>
          <p:nvPr userDrawn="1"/>
        </p:nvSpPr>
        <p:spPr>
          <a:xfrm>
            <a:off x="3259109" y="1414592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文字版面配置區 2">
            <a:extLst>
              <a:ext uri="{FF2B5EF4-FFF2-40B4-BE49-F238E27FC236}">
                <a16:creationId xmlns:a16="http://schemas.microsoft.com/office/drawing/2014/main" id="{01881E4F-127C-3647-B8F0-012F2CEA34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95481" y="1433246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0" name="文字版面配置區 2">
            <a:extLst>
              <a:ext uri="{FF2B5EF4-FFF2-40B4-BE49-F238E27FC236}">
                <a16:creationId xmlns:a16="http://schemas.microsoft.com/office/drawing/2014/main" id="{A7751E05-D5E2-C84E-9DD1-378AE1B766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84571" y="1464626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41" name="圓角化同側角落矩形 40">
            <a:extLst>
              <a:ext uri="{FF2B5EF4-FFF2-40B4-BE49-F238E27FC236}">
                <a16:creationId xmlns:a16="http://schemas.microsoft.com/office/drawing/2014/main" id="{E9D7CF22-7A70-904F-B54F-59FCF40F1E35}"/>
              </a:ext>
            </a:extLst>
          </p:cNvPr>
          <p:cNvSpPr/>
          <p:nvPr userDrawn="1"/>
        </p:nvSpPr>
        <p:spPr>
          <a:xfrm>
            <a:off x="6178823" y="1420586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文字版面配置區 2">
            <a:extLst>
              <a:ext uri="{FF2B5EF4-FFF2-40B4-BE49-F238E27FC236}">
                <a16:creationId xmlns:a16="http://schemas.microsoft.com/office/drawing/2014/main" id="{BE2CEDAC-A71D-6F48-8CD9-EF1F5BBA9E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15195" y="1439240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3" name="文字版面配置區 2">
            <a:extLst>
              <a:ext uri="{FF2B5EF4-FFF2-40B4-BE49-F238E27FC236}">
                <a16:creationId xmlns:a16="http://schemas.microsoft.com/office/drawing/2014/main" id="{51F9A51C-9F1B-E145-9E60-5888DA7EFA9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04285" y="1470620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44" name="圓角化同側角落矩形 43">
            <a:extLst>
              <a:ext uri="{FF2B5EF4-FFF2-40B4-BE49-F238E27FC236}">
                <a16:creationId xmlns:a16="http://schemas.microsoft.com/office/drawing/2014/main" id="{F32AC7A4-7528-2347-9C48-243CDC30B901}"/>
              </a:ext>
            </a:extLst>
          </p:cNvPr>
          <p:cNvSpPr/>
          <p:nvPr userDrawn="1"/>
        </p:nvSpPr>
        <p:spPr>
          <a:xfrm>
            <a:off x="9148649" y="1414592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文字版面配置區 2">
            <a:extLst>
              <a:ext uri="{FF2B5EF4-FFF2-40B4-BE49-F238E27FC236}">
                <a16:creationId xmlns:a16="http://schemas.microsoft.com/office/drawing/2014/main" id="{65D744C5-E6F5-ED4B-94B9-355EB4833BF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85021" y="1433246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6" name="文字版面配置區 2">
            <a:extLst>
              <a:ext uri="{FF2B5EF4-FFF2-40B4-BE49-F238E27FC236}">
                <a16:creationId xmlns:a16="http://schemas.microsoft.com/office/drawing/2014/main" id="{6B4AABC2-F429-4045-83A9-4FCE95B9469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974111" y="1464626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48" name="內容版面配置區 21">
            <a:extLst>
              <a:ext uri="{FF2B5EF4-FFF2-40B4-BE49-F238E27FC236}">
                <a16:creationId xmlns:a16="http://schemas.microsoft.com/office/drawing/2014/main" id="{BA85582E-76A1-D748-A16F-A387FF59ACBA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3365293" y="18182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9" name="內容版面配置區 21">
            <a:extLst>
              <a:ext uri="{FF2B5EF4-FFF2-40B4-BE49-F238E27FC236}">
                <a16:creationId xmlns:a16="http://schemas.microsoft.com/office/drawing/2014/main" id="{43BBBC8C-F853-9C42-B07E-408A9DFCE3E4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6270662" y="18182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0" name="內容版面配置區 21">
            <a:extLst>
              <a:ext uri="{FF2B5EF4-FFF2-40B4-BE49-F238E27FC236}">
                <a16:creationId xmlns:a16="http://schemas.microsoft.com/office/drawing/2014/main" id="{7F36B82B-3B10-0A46-8608-6F3AA82BC667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9262000" y="18182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0D5D622-FD9A-30C7-1259-E3397ADBD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05553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76897142-79AD-AA47-9CAE-323436C3D3E4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613E8CD-0915-8842-8C2A-7E7C4A3B2697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091C62F-854A-7E45-9444-2995E171BFD7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FAA66B8-E87B-C84E-8855-B18F71927387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3F8F0A8-8901-0C4B-8139-216F8D0D5ABE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8" name="文字版面配置區 13">
            <a:extLst>
              <a:ext uri="{FF2B5EF4-FFF2-40B4-BE49-F238E27FC236}">
                <a16:creationId xmlns:a16="http://schemas.microsoft.com/office/drawing/2014/main" id="{EBD42786-D80A-3842-914C-F2C3735849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rgbClr val="21253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E99CE7C8-EB4C-5944-B571-70CB3B0C1B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01C10F1-DF5F-8945-B88C-40B31A5DB0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D766F6D0-5B71-F948-8B6C-740036A37798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3134BDE-A09E-FC49-957F-BCFB44A8F6D9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1BC6EE95-61B6-994D-B6BE-C656A3CAB89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5CEBF6A3-C8C6-534D-4B9E-83CCD5B45283}"/>
              </a:ext>
            </a:extLst>
          </p:cNvPr>
          <p:cNvSpPr/>
          <p:nvPr userDrawn="1"/>
        </p:nvSpPr>
        <p:spPr>
          <a:xfrm>
            <a:off x="339614" y="1403974"/>
            <a:ext cx="11443347" cy="2753356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" name="圓角化同側角落矩形 12">
            <a:extLst>
              <a:ext uri="{FF2B5EF4-FFF2-40B4-BE49-F238E27FC236}">
                <a16:creationId xmlns:a16="http://schemas.microsoft.com/office/drawing/2014/main" id="{225E3D66-F6E0-F7C4-16DA-7A9E1E1C4C51}"/>
              </a:ext>
            </a:extLst>
          </p:cNvPr>
          <p:cNvSpPr/>
          <p:nvPr userDrawn="1"/>
        </p:nvSpPr>
        <p:spPr>
          <a:xfrm>
            <a:off x="338795" y="1415033"/>
            <a:ext cx="11443348" cy="302418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F1C8FAF8-5C97-F309-6E80-FD15AFD4923A}"/>
              </a:ext>
            </a:extLst>
          </p:cNvPr>
          <p:cNvSpPr/>
          <p:nvPr userDrawn="1"/>
        </p:nvSpPr>
        <p:spPr>
          <a:xfrm>
            <a:off x="356418" y="4215305"/>
            <a:ext cx="11443347" cy="1614888"/>
          </a:xfrm>
          <a:prstGeom prst="roundRect">
            <a:avLst>
              <a:gd name="adj" fmla="val 4840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9" name="圓角化同側角落矩形 18">
            <a:extLst>
              <a:ext uri="{FF2B5EF4-FFF2-40B4-BE49-F238E27FC236}">
                <a16:creationId xmlns:a16="http://schemas.microsoft.com/office/drawing/2014/main" id="{BBCDEE5E-77EE-D325-1376-4C3A98EC7739}"/>
              </a:ext>
            </a:extLst>
          </p:cNvPr>
          <p:cNvSpPr/>
          <p:nvPr userDrawn="1"/>
        </p:nvSpPr>
        <p:spPr>
          <a:xfrm>
            <a:off x="355599" y="4226363"/>
            <a:ext cx="11443348" cy="302418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2" name="內容版面配置區 21">
            <a:extLst>
              <a:ext uri="{FF2B5EF4-FFF2-40B4-BE49-F238E27FC236}">
                <a16:creationId xmlns:a16="http://schemas.microsoft.com/office/drawing/2014/main" id="{76D5584C-F575-31F2-0F69-18BDB85366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047" y="1800831"/>
            <a:ext cx="11093015" cy="22629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3" name="內容版面配置區 21">
            <a:extLst>
              <a:ext uri="{FF2B5EF4-FFF2-40B4-BE49-F238E27FC236}">
                <a16:creationId xmlns:a16="http://schemas.microsoft.com/office/drawing/2014/main" id="{797AF29B-E4EF-D84E-F153-4F92093EA3D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85047" y="4563265"/>
            <a:ext cx="11093015" cy="115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4" name="文字版面配置區 2">
            <a:extLst>
              <a:ext uri="{FF2B5EF4-FFF2-40B4-BE49-F238E27FC236}">
                <a16:creationId xmlns:a16="http://schemas.microsoft.com/office/drawing/2014/main" id="{C49AAD80-28B3-5987-CF1D-13834115D0B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5047" y="1457681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25" name="文字版面配置區 2">
            <a:extLst>
              <a:ext uri="{FF2B5EF4-FFF2-40B4-BE49-F238E27FC236}">
                <a16:creationId xmlns:a16="http://schemas.microsoft.com/office/drawing/2014/main" id="{71401DD7-7D37-BB39-8931-D22ECD34323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5046" y="4237125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26" name="文字版面配置區 2">
            <a:extLst>
              <a:ext uri="{FF2B5EF4-FFF2-40B4-BE49-F238E27FC236}">
                <a16:creationId xmlns:a16="http://schemas.microsoft.com/office/drawing/2014/main" id="{4578AF62-144C-39F0-704C-B4F5CC5226E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869760" y="1461574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7" name="文字版面配置區 2">
            <a:extLst>
              <a:ext uri="{FF2B5EF4-FFF2-40B4-BE49-F238E27FC236}">
                <a16:creationId xmlns:a16="http://schemas.microsoft.com/office/drawing/2014/main" id="{E4402B10-805B-DAE7-79A0-95F2C3E6EFF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869760" y="4260272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</p:spTree>
    <p:extLst>
      <p:ext uri="{BB962C8B-B14F-4D97-AF65-F5344CB8AC3E}">
        <p14:creationId xmlns:p14="http://schemas.microsoft.com/office/powerpoint/2010/main" val="42849676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4B7E19B0-2D1B-914B-AD8E-263626C64F6C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8D14DDF-3E5F-BD46-83E0-AE22BE695C0F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642A302-99E1-304F-A4BB-7B127081DA79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F337F61-4FBF-4C41-A8D2-1553D86A8331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1C99081-9CD3-824A-A59E-EA4C63814639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6C6AD910-4744-8C4A-B82C-2AF1D66E3C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8761" y="6333847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D0F3D9F9-4BEF-E748-A67A-39CADC2EB34D}"/>
              </a:ext>
            </a:extLst>
          </p:cNvPr>
          <p:cNvSpPr/>
          <p:nvPr userDrawn="1"/>
        </p:nvSpPr>
        <p:spPr>
          <a:xfrm>
            <a:off x="416471" y="1353582"/>
            <a:ext cx="5570142" cy="4734983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D64C755-752B-5346-AD9A-CDE9D6A88C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6300197"/>
            <a:ext cx="1034355" cy="441325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E5CEEF16-BEFF-CC48-BE7B-DADD2FD9EE0F}"/>
              </a:ext>
            </a:extLst>
          </p:cNvPr>
          <p:cNvCxnSpPr/>
          <p:nvPr userDrawn="1"/>
        </p:nvCxnSpPr>
        <p:spPr>
          <a:xfrm>
            <a:off x="10584031" y="6265442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0379E93C-66AC-DF42-8E27-FE73B5A4CE7B}"/>
              </a:ext>
            </a:extLst>
          </p:cNvPr>
          <p:cNvSpPr/>
          <p:nvPr userDrawn="1"/>
        </p:nvSpPr>
        <p:spPr>
          <a:xfrm>
            <a:off x="6159154" y="1353581"/>
            <a:ext cx="5570142" cy="4723833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內容版面配置區 21">
            <a:extLst>
              <a:ext uri="{FF2B5EF4-FFF2-40B4-BE49-F238E27FC236}">
                <a16:creationId xmlns:a16="http://schemas.microsoft.com/office/drawing/2014/main" id="{FDBFD923-7D62-494D-BEBB-21A5CD4FA07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730" y="1905679"/>
            <a:ext cx="5365468" cy="40490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8" name="內容版面配置區 21">
            <a:extLst>
              <a:ext uri="{FF2B5EF4-FFF2-40B4-BE49-F238E27FC236}">
                <a16:creationId xmlns:a16="http://schemas.microsoft.com/office/drawing/2014/main" id="{74C2637D-6409-DC47-B01E-11936EB66693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245148" y="1899971"/>
            <a:ext cx="5384517" cy="4088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1" name="圓角化同側角落矩形 30">
            <a:extLst>
              <a:ext uri="{FF2B5EF4-FFF2-40B4-BE49-F238E27FC236}">
                <a16:creationId xmlns:a16="http://schemas.microsoft.com/office/drawing/2014/main" id="{40CA74AC-4EDF-374E-B1E3-3EE6937933B5}"/>
              </a:ext>
            </a:extLst>
          </p:cNvPr>
          <p:cNvSpPr/>
          <p:nvPr userDrawn="1"/>
        </p:nvSpPr>
        <p:spPr>
          <a:xfrm>
            <a:off x="6159154" y="1359843"/>
            <a:ext cx="5571778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文字版面配置區 2">
            <a:extLst>
              <a:ext uri="{FF2B5EF4-FFF2-40B4-BE49-F238E27FC236}">
                <a16:creationId xmlns:a16="http://schemas.microsoft.com/office/drawing/2014/main" id="{ACD0CA08-8577-CA48-8226-C88205FCB4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5148" y="1396508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BABD4DBB-0E24-F446-B317-7C2C56B5BBC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856199" y="1407524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34" name="圓角化同側角落矩形 33">
            <a:extLst>
              <a:ext uri="{FF2B5EF4-FFF2-40B4-BE49-F238E27FC236}">
                <a16:creationId xmlns:a16="http://schemas.microsoft.com/office/drawing/2014/main" id="{147AD555-61CA-E64E-A632-C970B6DA7661}"/>
              </a:ext>
            </a:extLst>
          </p:cNvPr>
          <p:cNvSpPr/>
          <p:nvPr userDrawn="1"/>
        </p:nvSpPr>
        <p:spPr>
          <a:xfrm>
            <a:off x="415653" y="1365885"/>
            <a:ext cx="5571778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文字版面配置區 2">
            <a:extLst>
              <a:ext uri="{FF2B5EF4-FFF2-40B4-BE49-F238E27FC236}">
                <a16:creationId xmlns:a16="http://schemas.microsoft.com/office/drawing/2014/main" id="{291DB41A-108D-2D45-8A94-49F52EE4FE2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1647" y="1402550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36" name="文字版面配置區 2">
            <a:extLst>
              <a:ext uri="{FF2B5EF4-FFF2-40B4-BE49-F238E27FC236}">
                <a16:creationId xmlns:a16="http://schemas.microsoft.com/office/drawing/2014/main" id="{0028F8D0-50F2-7E45-99B3-5935A8BB701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12698" y="1413566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" name="文字版面配置區 13">
            <a:extLst>
              <a:ext uri="{FF2B5EF4-FFF2-40B4-BE49-F238E27FC236}">
                <a16:creationId xmlns:a16="http://schemas.microsoft.com/office/drawing/2014/main" id="{11446D6F-6B65-B03A-E530-BE93A54E1C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rgbClr val="21253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0779CD-BAE1-EB0E-B3DB-0AB9E7692D78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文字版面配置區 2">
            <a:extLst>
              <a:ext uri="{FF2B5EF4-FFF2-40B4-BE49-F238E27FC236}">
                <a16:creationId xmlns:a16="http://schemas.microsoft.com/office/drawing/2014/main" id="{A933BF3D-DD6A-BDB2-30C7-FDE7181FE1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452795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247A32F9-AD6E-0644-A828-ACDEFBC105F6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56BC82F-591F-9B48-B358-7934D1C7E91F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862E27B-741A-404E-B52D-E772C1AC3ADA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E6031AB-9B8F-824C-B22A-3008ACC36DC5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E883038-0EC6-5B4A-B96F-B32809699F04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10" name="文字版面配置區 13">
            <a:extLst>
              <a:ext uri="{FF2B5EF4-FFF2-40B4-BE49-F238E27FC236}">
                <a16:creationId xmlns:a16="http://schemas.microsoft.com/office/drawing/2014/main" id="{C7AADA6E-C803-094F-89C4-F156ED348F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21253A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2" name="文字版面配置區 2">
            <a:extLst>
              <a:ext uri="{FF2B5EF4-FFF2-40B4-BE49-F238E27FC236}">
                <a16:creationId xmlns:a16="http://schemas.microsoft.com/office/drawing/2014/main" id="{72FF20DD-BD49-DD40-8758-571CB8C37D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11C8EC9-B91F-5544-B4C1-269E6E77EBC9}"/>
              </a:ext>
            </a:extLst>
          </p:cNvPr>
          <p:cNvSpPr/>
          <p:nvPr userDrawn="1"/>
        </p:nvSpPr>
        <p:spPr>
          <a:xfrm>
            <a:off x="438773" y="1547414"/>
            <a:ext cx="2636442" cy="439953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圓角化同側角落矩形 31">
            <a:extLst>
              <a:ext uri="{FF2B5EF4-FFF2-40B4-BE49-F238E27FC236}">
                <a16:creationId xmlns:a16="http://schemas.microsoft.com/office/drawing/2014/main" id="{D99E3809-B79F-AF4C-B472-0E4DFBF76B82}"/>
              </a:ext>
            </a:extLst>
          </p:cNvPr>
          <p:cNvSpPr/>
          <p:nvPr userDrawn="1"/>
        </p:nvSpPr>
        <p:spPr>
          <a:xfrm>
            <a:off x="441669" y="1554292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F3AF4D2-570A-7649-831C-AE5B8D79EA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75DDD46-656B-6641-BF9B-AAF44AD4F7F9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B9F548FC-3999-8C4A-B8FD-886FF726808E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952039B3-A4F3-A343-B366-BB9C8EB1C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041" y="1572946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18" name="文字版面配置區 2">
            <a:extLst>
              <a:ext uri="{FF2B5EF4-FFF2-40B4-BE49-F238E27FC236}">
                <a16:creationId xmlns:a16="http://schemas.microsoft.com/office/drawing/2014/main" id="{51D509FD-36FE-1248-ACCC-03EDFAAD48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7131" y="1604326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57F05F4-7ABD-D446-9AC7-B0F93C0EEC4C}"/>
              </a:ext>
            </a:extLst>
          </p:cNvPr>
          <p:cNvSpPr/>
          <p:nvPr userDrawn="1"/>
        </p:nvSpPr>
        <p:spPr>
          <a:xfrm>
            <a:off x="3331723" y="1547413"/>
            <a:ext cx="2636442" cy="439953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13F85F0F-DA08-9141-9DF7-7BF44C8F7CA8}"/>
              </a:ext>
            </a:extLst>
          </p:cNvPr>
          <p:cNvSpPr/>
          <p:nvPr userDrawn="1"/>
        </p:nvSpPr>
        <p:spPr>
          <a:xfrm>
            <a:off x="6239506" y="1547412"/>
            <a:ext cx="2636442" cy="439953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27D4B48D-2CDC-B742-835C-BDACCADCE8F8}"/>
              </a:ext>
            </a:extLst>
          </p:cNvPr>
          <p:cNvSpPr/>
          <p:nvPr userDrawn="1"/>
        </p:nvSpPr>
        <p:spPr>
          <a:xfrm>
            <a:off x="9145753" y="1547413"/>
            <a:ext cx="2636442" cy="4399532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37114752-89B0-044F-A0B4-7D61E73D26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5" name="內容版面配置區 21">
            <a:extLst>
              <a:ext uri="{FF2B5EF4-FFF2-40B4-BE49-F238E27FC236}">
                <a16:creationId xmlns:a16="http://schemas.microsoft.com/office/drawing/2014/main" id="{97770410-20CF-984C-8448-4861386A13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0032" y="19579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4" name="圓角化同側角落矩形 33">
            <a:extLst>
              <a:ext uri="{FF2B5EF4-FFF2-40B4-BE49-F238E27FC236}">
                <a16:creationId xmlns:a16="http://schemas.microsoft.com/office/drawing/2014/main" id="{6CD0B8CC-4E41-DB4F-96A0-8BDF43B8B535}"/>
              </a:ext>
            </a:extLst>
          </p:cNvPr>
          <p:cNvSpPr/>
          <p:nvPr userDrawn="1"/>
        </p:nvSpPr>
        <p:spPr>
          <a:xfrm>
            <a:off x="3335309" y="1554292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文字版面配置區 2">
            <a:extLst>
              <a:ext uri="{FF2B5EF4-FFF2-40B4-BE49-F238E27FC236}">
                <a16:creationId xmlns:a16="http://schemas.microsoft.com/office/drawing/2014/main" id="{01881E4F-127C-3647-B8F0-012F2CEA34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1681" y="1572946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0" name="文字版面配置區 2">
            <a:extLst>
              <a:ext uri="{FF2B5EF4-FFF2-40B4-BE49-F238E27FC236}">
                <a16:creationId xmlns:a16="http://schemas.microsoft.com/office/drawing/2014/main" id="{A7751E05-D5E2-C84E-9DD1-378AE1B766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60771" y="1604326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41" name="圓角化同側角落矩形 40">
            <a:extLst>
              <a:ext uri="{FF2B5EF4-FFF2-40B4-BE49-F238E27FC236}">
                <a16:creationId xmlns:a16="http://schemas.microsoft.com/office/drawing/2014/main" id="{E9D7CF22-7A70-904F-B54F-59FCF40F1E35}"/>
              </a:ext>
            </a:extLst>
          </p:cNvPr>
          <p:cNvSpPr/>
          <p:nvPr userDrawn="1"/>
        </p:nvSpPr>
        <p:spPr>
          <a:xfrm>
            <a:off x="6242323" y="1560286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文字版面配置區 2">
            <a:extLst>
              <a:ext uri="{FF2B5EF4-FFF2-40B4-BE49-F238E27FC236}">
                <a16:creationId xmlns:a16="http://schemas.microsoft.com/office/drawing/2014/main" id="{BE2CEDAC-A71D-6F48-8CD9-EF1F5BBA9E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8695" y="1578940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3" name="文字版面配置區 2">
            <a:extLst>
              <a:ext uri="{FF2B5EF4-FFF2-40B4-BE49-F238E27FC236}">
                <a16:creationId xmlns:a16="http://schemas.microsoft.com/office/drawing/2014/main" id="{51F9A51C-9F1B-E145-9E60-5888DA7EFA9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67785" y="1610320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44" name="圓角化同側角落矩形 43">
            <a:extLst>
              <a:ext uri="{FF2B5EF4-FFF2-40B4-BE49-F238E27FC236}">
                <a16:creationId xmlns:a16="http://schemas.microsoft.com/office/drawing/2014/main" id="{F32AC7A4-7528-2347-9C48-243CDC30B901}"/>
              </a:ext>
            </a:extLst>
          </p:cNvPr>
          <p:cNvSpPr/>
          <p:nvPr userDrawn="1"/>
        </p:nvSpPr>
        <p:spPr>
          <a:xfrm>
            <a:off x="9148649" y="1554292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文字版面配置區 2">
            <a:extLst>
              <a:ext uri="{FF2B5EF4-FFF2-40B4-BE49-F238E27FC236}">
                <a16:creationId xmlns:a16="http://schemas.microsoft.com/office/drawing/2014/main" id="{65D744C5-E6F5-ED4B-94B9-355EB4833BF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85021" y="1572946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6" name="文字版面配置區 2">
            <a:extLst>
              <a:ext uri="{FF2B5EF4-FFF2-40B4-BE49-F238E27FC236}">
                <a16:creationId xmlns:a16="http://schemas.microsoft.com/office/drawing/2014/main" id="{6B4AABC2-F429-4045-83A9-4FCE95B9469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974111" y="1604326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48" name="內容版面配置區 21">
            <a:extLst>
              <a:ext uri="{FF2B5EF4-FFF2-40B4-BE49-F238E27FC236}">
                <a16:creationId xmlns:a16="http://schemas.microsoft.com/office/drawing/2014/main" id="{BA85582E-76A1-D748-A16F-A387FF59ACBA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3441493" y="19579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9" name="內容版面配置區 21">
            <a:extLst>
              <a:ext uri="{FF2B5EF4-FFF2-40B4-BE49-F238E27FC236}">
                <a16:creationId xmlns:a16="http://schemas.microsoft.com/office/drawing/2014/main" id="{43BBBC8C-F853-9C42-B07E-408A9DFCE3E4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6334162" y="19579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0" name="內容版面配置區 21">
            <a:extLst>
              <a:ext uri="{FF2B5EF4-FFF2-40B4-BE49-F238E27FC236}">
                <a16:creationId xmlns:a16="http://schemas.microsoft.com/office/drawing/2014/main" id="{7F36B82B-3B10-0A46-8608-6F3AA82BC667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9262000" y="19579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6BAD5A56-1B95-6042-8781-18DE577E7232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88990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4B7E19B0-2D1B-914B-AD8E-263626C64F6C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8D14DDF-3E5F-BD46-83E0-AE22BE695C0F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642A302-99E1-304F-A4BB-7B127081DA79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F337F61-4FBF-4C41-A8D2-1553D86A8331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1C99081-9CD3-824A-A59E-EA4C63814639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6C6AD910-4744-8C4A-B82C-2AF1D66E3C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8761" y="6333847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D0F3D9F9-4BEF-E748-A67A-39CADC2EB34D}"/>
              </a:ext>
            </a:extLst>
          </p:cNvPr>
          <p:cNvSpPr/>
          <p:nvPr userDrawn="1"/>
        </p:nvSpPr>
        <p:spPr>
          <a:xfrm>
            <a:off x="314871" y="1353582"/>
            <a:ext cx="5570142" cy="4734983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D64C755-752B-5346-AD9A-CDE9D6A88C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6300197"/>
            <a:ext cx="1034355" cy="441325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E5CEEF16-BEFF-CC48-BE7B-DADD2FD9EE0F}"/>
              </a:ext>
            </a:extLst>
          </p:cNvPr>
          <p:cNvCxnSpPr/>
          <p:nvPr userDrawn="1"/>
        </p:nvCxnSpPr>
        <p:spPr>
          <a:xfrm>
            <a:off x="10584031" y="6265442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0379E93C-66AC-DF42-8E27-FE73B5A4CE7B}"/>
              </a:ext>
            </a:extLst>
          </p:cNvPr>
          <p:cNvSpPr/>
          <p:nvPr userDrawn="1"/>
        </p:nvSpPr>
        <p:spPr>
          <a:xfrm>
            <a:off x="6159154" y="1353581"/>
            <a:ext cx="5570142" cy="4723833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內容版面配置區 21">
            <a:extLst>
              <a:ext uri="{FF2B5EF4-FFF2-40B4-BE49-F238E27FC236}">
                <a16:creationId xmlns:a16="http://schemas.microsoft.com/office/drawing/2014/main" id="{FDBFD923-7D62-494D-BEBB-21A5CD4FA07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130" y="1905679"/>
            <a:ext cx="5365468" cy="40490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8" name="內容版面配置區 21">
            <a:extLst>
              <a:ext uri="{FF2B5EF4-FFF2-40B4-BE49-F238E27FC236}">
                <a16:creationId xmlns:a16="http://schemas.microsoft.com/office/drawing/2014/main" id="{74C2637D-6409-DC47-B01E-11936EB66693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245148" y="1899971"/>
            <a:ext cx="5384517" cy="4088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1" name="圓角化同側角落矩形 30">
            <a:extLst>
              <a:ext uri="{FF2B5EF4-FFF2-40B4-BE49-F238E27FC236}">
                <a16:creationId xmlns:a16="http://schemas.microsoft.com/office/drawing/2014/main" id="{40CA74AC-4EDF-374E-B1E3-3EE6937933B5}"/>
              </a:ext>
            </a:extLst>
          </p:cNvPr>
          <p:cNvSpPr/>
          <p:nvPr userDrawn="1"/>
        </p:nvSpPr>
        <p:spPr>
          <a:xfrm>
            <a:off x="6159154" y="1359843"/>
            <a:ext cx="5571778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文字版面配置區 2">
            <a:extLst>
              <a:ext uri="{FF2B5EF4-FFF2-40B4-BE49-F238E27FC236}">
                <a16:creationId xmlns:a16="http://schemas.microsoft.com/office/drawing/2014/main" id="{ACD0CA08-8577-CA48-8226-C88205FCB4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5148" y="1396508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BABD4DBB-0E24-F446-B317-7C2C56B5BBC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856199" y="1407524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34" name="圓角化同側角落矩形 33">
            <a:extLst>
              <a:ext uri="{FF2B5EF4-FFF2-40B4-BE49-F238E27FC236}">
                <a16:creationId xmlns:a16="http://schemas.microsoft.com/office/drawing/2014/main" id="{147AD555-61CA-E64E-A632-C970B6DA7661}"/>
              </a:ext>
            </a:extLst>
          </p:cNvPr>
          <p:cNvSpPr/>
          <p:nvPr userDrawn="1"/>
        </p:nvSpPr>
        <p:spPr>
          <a:xfrm>
            <a:off x="314053" y="1365885"/>
            <a:ext cx="5571778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文字版面配置區 2">
            <a:extLst>
              <a:ext uri="{FF2B5EF4-FFF2-40B4-BE49-F238E27FC236}">
                <a16:creationId xmlns:a16="http://schemas.microsoft.com/office/drawing/2014/main" id="{291DB41A-108D-2D45-8A94-49F52EE4FE2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0047" y="1402550"/>
            <a:ext cx="2015475" cy="233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36" name="文字版面配置區 2">
            <a:extLst>
              <a:ext uri="{FF2B5EF4-FFF2-40B4-BE49-F238E27FC236}">
                <a16:creationId xmlns:a16="http://schemas.microsoft.com/office/drawing/2014/main" id="{0028F8D0-50F2-7E45-99B3-5935A8BB701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11098" y="1413566"/>
            <a:ext cx="833509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" name="文字版面配置區 13">
            <a:extLst>
              <a:ext uri="{FF2B5EF4-FFF2-40B4-BE49-F238E27FC236}">
                <a16:creationId xmlns:a16="http://schemas.microsoft.com/office/drawing/2014/main" id="{11446D6F-6B65-B03A-E530-BE93A54E1C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rgbClr val="21253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0779CD-BAE1-EB0E-B3DB-0AB9E7692D78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文字版面配置區 2">
            <a:extLst>
              <a:ext uri="{FF2B5EF4-FFF2-40B4-BE49-F238E27FC236}">
                <a16:creationId xmlns:a16="http://schemas.microsoft.com/office/drawing/2014/main" id="{A933BF3D-DD6A-BDB2-30C7-FDE7181FE1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10407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76897142-79AD-AA47-9CAE-323436C3D3E4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613E8CD-0915-8842-8C2A-7E7C4A3B2697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091C62F-854A-7E45-9444-2995E171BFD7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FAA66B8-E87B-C84E-8855-B18F71927387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3F8F0A8-8901-0C4B-8139-216F8D0D5ABE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8" name="文字版面配置區 13">
            <a:extLst>
              <a:ext uri="{FF2B5EF4-FFF2-40B4-BE49-F238E27FC236}">
                <a16:creationId xmlns:a16="http://schemas.microsoft.com/office/drawing/2014/main" id="{EBD42786-D80A-3842-914C-F2C3735849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rgbClr val="21253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E99CE7C8-EB4C-5944-B571-70CB3B0C1B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01C10F1-DF5F-8945-B88C-40B31A5DB0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D766F6D0-5B71-F948-8B6C-740036A37798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3134BDE-A09E-FC49-957F-BCFB44A8F6D9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1BC6EE95-61B6-994D-B6BE-C656A3CAB89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7F95F5E3-0F77-D04B-A684-D4949EBD3718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21436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較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A0F06FD-9CBC-864B-99FF-17B555D612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53A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0" i="0">
              <a:ea typeface="PingFang TC" panose="020B0400000000000000" pitchFamily="34" charset="-120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3A3A083-F2CA-5C4E-9D0B-2A93AB995BC8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9D476B4-5150-4543-8D9F-6CB89EE34827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CA3C458-5D02-8F45-80F1-6A60956A3822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453FD43-A50B-0F45-BDDE-7DE87CAA69AE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0A4FFB5-344E-714A-BCC3-CEE1E38CFF77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b="0" i="0">
                <a:ea typeface="PingFang TC" panose="020B0400000000000000" pitchFamily="34" charset="-120"/>
              </a:endParaRPr>
            </a:p>
          </p:txBody>
        </p:sp>
      </p:grpSp>
      <p:sp>
        <p:nvSpPr>
          <p:cNvPr id="17" name="文字版面配置區 30">
            <a:extLst>
              <a:ext uri="{FF2B5EF4-FFF2-40B4-BE49-F238E27FC236}">
                <a16:creationId xmlns:a16="http://schemas.microsoft.com/office/drawing/2014/main" id="{95C47C42-92FE-B545-808C-92C0460EED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8069" y="3772258"/>
            <a:ext cx="10075862" cy="14049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1" i="0">
                <a:solidFill>
                  <a:schemeClr val="bg1"/>
                </a:solidFill>
                <a:latin typeface="PingFang TC Semibold" panose="020B0400000000000000" pitchFamily="34" charset="-120"/>
                <a:ea typeface="PingFang TC Semibold" panose="020B0400000000000000" pitchFamily="34" charset="-12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</a:t>
            </a:r>
          </a:p>
        </p:txBody>
      </p:sp>
      <p:sp>
        <p:nvSpPr>
          <p:cNvPr id="19" name="圖片版面配置區 18">
            <a:extLst>
              <a:ext uri="{FF2B5EF4-FFF2-40B4-BE49-F238E27FC236}">
                <a16:creationId xmlns:a16="http://schemas.microsoft.com/office/drawing/2014/main" id="{2A19F191-CD38-3E4A-8486-9FE9DC124E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89843" y="2418734"/>
            <a:ext cx="1012313" cy="101026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PingFang TC" panose="020B0400000000000000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10" name="投影片編號版面配置區 1">
            <a:extLst>
              <a:ext uri="{FF2B5EF4-FFF2-40B4-BE49-F238E27FC236}">
                <a16:creationId xmlns:a16="http://schemas.microsoft.com/office/drawing/2014/main" id="{3E7C1072-6096-FF46-BCF8-1839685A6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28310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247A32F9-AD6E-0644-A828-ACDEFBC105F6}"/>
              </a:ext>
            </a:extLst>
          </p:cNvPr>
          <p:cNvGrpSpPr/>
          <p:nvPr userDrawn="1"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56BC82F-591F-9B48-B358-7934D1C7E91F}"/>
                </a:ext>
              </a:extLst>
            </p:cNvPr>
            <p:cNvSpPr/>
            <p:nvPr userDrawn="1"/>
          </p:nvSpPr>
          <p:spPr>
            <a:xfrm flipV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862E27B-741A-404E-B52D-E772C1AC3ADA}"/>
                </a:ext>
              </a:extLst>
            </p:cNvPr>
            <p:cNvSpPr/>
            <p:nvPr userDrawn="1"/>
          </p:nvSpPr>
          <p:spPr>
            <a:xfrm flipV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E6031AB-9B8F-824C-B22A-3008ACC36DC5}"/>
                </a:ext>
              </a:extLst>
            </p:cNvPr>
            <p:cNvSpPr/>
            <p:nvPr userDrawn="1"/>
          </p:nvSpPr>
          <p:spPr>
            <a:xfrm flipV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E883038-0EC6-5B4A-B96F-B32809699F04}"/>
                </a:ext>
              </a:extLst>
            </p:cNvPr>
            <p:cNvSpPr/>
            <p:nvPr userDrawn="1"/>
          </p:nvSpPr>
          <p:spPr>
            <a:xfrm flipV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10" name="文字版面配置區 13">
            <a:extLst>
              <a:ext uri="{FF2B5EF4-FFF2-40B4-BE49-F238E27FC236}">
                <a16:creationId xmlns:a16="http://schemas.microsoft.com/office/drawing/2014/main" id="{C7AADA6E-C803-094F-89C4-F156ED348F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292" y="413121"/>
            <a:ext cx="5140628" cy="30241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rgbClr val="21253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/>
              <a:t>中標題</a:t>
            </a:r>
            <a:r>
              <a:rPr kumimoji="1" lang="en-US" altLang="zh-TW"/>
              <a:t>1</a:t>
            </a:r>
            <a:endParaRPr kumimoji="1" lang="zh-TW" altLang="en-US"/>
          </a:p>
        </p:txBody>
      </p:sp>
      <p:sp>
        <p:nvSpPr>
          <p:cNvPr id="12" name="文字版面配置區 2">
            <a:extLst>
              <a:ext uri="{FF2B5EF4-FFF2-40B4-BE49-F238E27FC236}">
                <a16:creationId xmlns:a16="http://schemas.microsoft.com/office/drawing/2014/main" id="{72FF20DD-BD49-DD40-8758-571CB8C37D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8213" y="6118089"/>
            <a:ext cx="6901995" cy="36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11C8EC9-B91F-5544-B4C1-269E6E77EBC9}"/>
              </a:ext>
            </a:extLst>
          </p:cNvPr>
          <p:cNvSpPr/>
          <p:nvPr userDrawn="1"/>
        </p:nvSpPr>
        <p:spPr>
          <a:xfrm>
            <a:off x="438773" y="1331653"/>
            <a:ext cx="2636442" cy="4615291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圓角化同側角落矩形 31">
            <a:extLst>
              <a:ext uri="{FF2B5EF4-FFF2-40B4-BE49-F238E27FC236}">
                <a16:creationId xmlns:a16="http://schemas.microsoft.com/office/drawing/2014/main" id="{D99E3809-B79F-AF4C-B472-0E4DFBF76B82}"/>
              </a:ext>
            </a:extLst>
          </p:cNvPr>
          <p:cNvSpPr/>
          <p:nvPr userDrawn="1"/>
        </p:nvSpPr>
        <p:spPr>
          <a:xfrm>
            <a:off x="441669" y="1355001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F3AF4D2-570A-7649-831C-AE5B8D79EA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8606" y="5981700"/>
            <a:ext cx="1034355" cy="441325"/>
          </a:xfrm>
          <a:prstGeom prst="rect">
            <a:avLst/>
          </a:prstGeom>
        </p:spPr>
      </p:pic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75DDD46-656B-6641-BF9B-AAF44AD4F7F9}"/>
              </a:ext>
            </a:extLst>
          </p:cNvPr>
          <p:cNvCxnSpPr/>
          <p:nvPr userDrawn="1"/>
        </p:nvCxnSpPr>
        <p:spPr>
          <a:xfrm>
            <a:off x="10584031" y="5946945"/>
            <a:ext cx="0" cy="510633"/>
          </a:xfrm>
          <a:prstGeom prst="line">
            <a:avLst/>
          </a:prstGeom>
          <a:ln w="12700">
            <a:solidFill>
              <a:srgbClr val="383C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B9F548FC-3999-8C4A-B8FD-886FF726808E}"/>
              </a:ext>
            </a:extLst>
          </p:cNvPr>
          <p:cNvSpPr/>
          <p:nvPr userDrawn="1"/>
        </p:nvSpPr>
        <p:spPr>
          <a:xfrm>
            <a:off x="309880" y="447676"/>
            <a:ext cx="45719" cy="228600"/>
          </a:xfrm>
          <a:prstGeom prst="rect">
            <a:avLst/>
          </a:prstGeom>
          <a:solidFill>
            <a:srgbClr val="C33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952039B3-A4F3-A343-B366-BB9C8EB1C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041" y="1373655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18" name="文字版面配置區 2">
            <a:extLst>
              <a:ext uri="{FF2B5EF4-FFF2-40B4-BE49-F238E27FC236}">
                <a16:creationId xmlns:a16="http://schemas.microsoft.com/office/drawing/2014/main" id="{51D509FD-36FE-1248-ACCC-03EDFAAD48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7131" y="1405035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57F05F4-7ABD-D446-9AC7-B0F93C0EEC4C}"/>
              </a:ext>
            </a:extLst>
          </p:cNvPr>
          <p:cNvSpPr/>
          <p:nvPr userDrawn="1"/>
        </p:nvSpPr>
        <p:spPr>
          <a:xfrm>
            <a:off x="3331723" y="1331654"/>
            <a:ext cx="2636442" cy="4615290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13F85F0F-DA08-9141-9DF7-7BF44C8F7CA8}"/>
              </a:ext>
            </a:extLst>
          </p:cNvPr>
          <p:cNvSpPr/>
          <p:nvPr userDrawn="1"/>
        </p:nvSpPr>
        <p:spPr>
          <a:xfrm>
            <a:off x="6239506" y="1331653"/>
            <a:ext cx="2636442" cy="4615290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27D4B48D-2CDC-B742-835C-BDACCADCE8F8}"/>
              </a:ext>
            </a:extLst>
          </p:cNvPr>
          <p:cNvSpPr/>
          <p:nvPr userDrawn="1"/>
        </p:nvSpPr>
        <p:spPr>
          <a:xfrm>
            <a:off x="9145753" y="1331651"/>
            <a:ext cx="2636442" cy="4615291"/>
          </a:xfrm>
          <a:prstGeom prst="roundRect">
            <a:avLst>
              <a:gd name="adj" fmla="val 2865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37114752-89B0-044F-A0B4-7D61E73D26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9881" y="804332"/>
            <a:ext cx="11443348" cy="527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383C4F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5" name="內容版面配置區 21">
            <a:extLst>
              <a:ext uri="{FF2B5EF4-FFF2-40B4-BE49-F238E27FC236}">
                <a16:creationId xmlns:a16="http://schemas.microsoft.com/office/drawing/2014/main" id="{97770410-20CF-984C-8448-4861386A13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0032" y="19579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4" name="圓角化同側角落矩形 33">
            <a:extLst>
              <a:ext uri="{FF2B5EF4-FFF2-40B4-BE49-F238E27FC236}">
                <a16:creationId xmlns:a16="http://schemas.microsoft.com/office/drawing/2014/main" id="{6CD0B8CC-4E41-DB4F-96A0-8BDF43B8B535}"/>
              </a:ext>
            </a:extLst>
          </p:cNvPr>
          <p:cNvSpPr/>
          <p:nvPr userDrawn="1"/>
        </p:nvSpPr>
        <p:spPr>
          <a:xfrm>
            <a:off x="3335309" y="1355001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文字版面配置區 2">
            <a:extLst>
              <a:ext uri="{FF2B5EF4-FFF2-40B4-BE49-F238E27FC236}">
                <a16:creationId xmlns:a16="http://schemas.microsoft.com/office/drawing/2014/main" id="{01881E4F-127C-3647-B8F0-012F2CEA34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1681" y="1373655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0" name="文字版面配置區 2">
            <a:extLst>
              <a:ext uri="{FF2B5EF4-FFF2-40B4-BE49-F238E27FC236}">
                <a16:creationId xmlns:a16="http://schemas.microsoft.com/office/drawing/2014/main" id="{A7751E05-D5E2-C84E-9DD1-378AE1B766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60771" y="1405035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41" name="圓角化同側角落矩形 40">
            <a:extLst>
              <a:ext uri="{FF2B5EF4-FFF2-40B4-BE49-F238E27FC236}">
                <a16:creationId xmlns:a16="http://schemas.microsoft.com/office/drawing/2014/main" id="{E9D7CF22-7A70-904F-B54F-59FCF40F1E35}"/>
              </a:ext>
            </a:extLst>
          </p:cNvPr>
          <p:cNvSpPr/>
          <p:nvPr userDrawn="1"/>
        </p:nvSpPr>
        <p:spPr>
          <a:xfrm>
            <a:off x="6242323" y="1360995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文字版面配置區 2">
            <a:extLst>
              <a:ext uri="{FF2B5EF4-FFF2-40B4-BE49-F238E27FC236}">
                <a16:creationId xmlns:a16="http://schemas.microsoft.com/office/drawing/2014/main" id="{BE2CEDAC-A71D-6F48-8CD9-EF1F5BBA9E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8695" y="1379649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3" name="文字版面配置區 2">
            <a:extLst>
              <a:ext uri="{FF2B5EF4-FFF2-40B4-BE49-F238E27FC236}">
                <a16:creationId xmlns:a16="http://schemas.microsoft.com/office/drawing/2014/main" id="{51F9A51C-9F1B-E145-9E60-5888DA7EFA9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67785" y="1411029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44" name="圓角化同側角落矩形 43">
            <a:extLst>
              <a:ext uri="{FF2B5EF4-FFF2-40B4-BE49-F238E27FC236}">
                <a16:creationId xmlns:a16="http://schemas.microsoft.com/office/drawing/2014/main" id="{F32AC7A4-7528-2347-9C48-243CDC30B901}"/>
              </a:ext>
            </a:extLst>
          </p:cNvPr>
          <p:cNvSpPr/>
          <p:nvPr userDrawn="1"/>
        </p:nvSpPr>
        <p:spPr>
          <a:xfrm>
            <a:off x="9148649" y="1355001"/>
            <a:ext cx="2633546" cy="288772"/>
          </a:xfrm>
          <a:prstGeom prst="round2SameRect">
            <a:avLst>
              <a:gd name="adj1" fmla="val 23842"/>
              <a:gd name="adj2" fmla="val 0"/>
            </a:avLst>
          </a:prstGeom>
          <a:solidFill>
            <a:srgbClr val="38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文字版面配置區 2">
            <a:extLst>
              <a:ext uri="{FF2B5EF4-FFF2-40B4-BE49-F238E27FC236}">
                <a16:creationId xmlns:a16="http://schemas.microsoft.com/office/drawing/2014/main" id="{65D744C5-E6F5-ED4B-94B9-355EB4833BF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85021" y="1373655"/>
            <a:ext cx="184722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按一下以編輯文字</a:t>
            </a:r>
          </a:p>
        </p:txBody>
      </p:sp>
      <p:sp>
        <p:nvSpPr>
          <p:cNvPr id="46" name="文字版面配置區 2">
            <a:extLst>
              <a:ext uri="{FF2B5EF4-FFF2-40B4-BE49-F238E27FC236}">
                <a16:creationId xmlns:a16="http://schemas.microsoft.com/office/drawing/2014/main" id="{6B4AABC2-F429-4045-83A9-4FCE95B9469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974111" y="1405035"/>
            <a:ext cx="818640" cy="1983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 b="0" i="0">
                <a:solidFill>
                  <a:schemeClr val="bg1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</a:lstStyle>
          <a:p>
            <a:pPr lvl="0"/>
            <a:r>
              <a:rPr kumimoji="1" lang="zh-TW" altLang="en-US"/>
              <a:t>輔助說明</a:t>
            </a:r>
          </a:p>
        </p:txBody>
      </p:sp>
      <p:sp>
        <p:nvSpPr>
          <p:cNvPr id="48" name="內容版面配置區 21">
            <a:extLst>
              <a:ext uri="{FF2B5EF4-FFF2-40B4-BE49-F238E27FC236}">
                <a16:creationId xmlns:a16="http://schemas.microsoft.com/office/drawing/2014/main" id="{BA85582E-76A1-D748-A16F-A387FF59ACBA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3441493" y="19579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9" name="內容版面配置區 21">
            <a:extLst>
              <a:ext uri="{FF2B5EF4-FFF2-40B4-BE49-F238E27FC236}">
                <a16:creationId xmlns:a16="http://schemas.microsoft.com/office/drawing/2014/main" id="{43BBBC8C-F853-9C42-B07E-408A9DFCE3E4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6334162" y="19579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0" name="內容版面配置區 21">
            <a:extLst>
              <a:ext uri="{FF2B5EF4-FFF2-40B4-BE49-F238E27FC236}">
                <a16:creationId xmlns:a16="http://schemas.microsoft.com/office/drawing/2014/main" id="{7F36B82B-3B10-0A46-8608-6F3AA82BC667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9262000" y="1957953"/>
            <a:ext cx="2435643" cy="3612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21253A"/>
                </a:solidFill>
                <a:latin typeface="PingFang TC" panose="020B0400000000000000" pitchFamily="34" charset="-120"/>
                <a:ea typeface="PingFang TC" panose="020B0400000000000000" pitchFamily="34" charset="-12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36" name="投影片編號版面配置區 1">
            <a:extLst>
              <a:ext uri="{FF2B5EF4-FFF2-40B4-BE49-F238E27FC236}">
                <a16:creationId xmlns:a16="http://schemas.microsoft.com/office/drawing/2014/main" id="{53D992CF-AC86-D549-9A8E-59195C341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363173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>
  <p:cSld name="2_比較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53A">
              <a:alpha val="80000"/>
            </a:srgbClr>
          </a:solidFill>
          <a:ln w="12700" cap="flat" cmpd="sng">
            <a:solidFill>
              <a:srgbClr val="4268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8" name="Google Shape;78;p6"/>
          <p:cNvGrpSpPr/>
          <p:nvPr/>
        </p:nvGrpSpPr>
        <p:grpSpPr>
          <a:xfrm>
            <a:off x="0" y="0"/>
            <a:ext cx="12192000" cy="104837"/>
            <a:chOff x="0" y="0"/>
            <a:chExt cx="12192000" cy="104837"/>
          </a:xfrm>
        </p:grpSpPr>
        <p:sp>
          <p:nvSpPr>
            <p:cNvPr id="79" name="Google Shape;79;p6"/>
            <p:cNvSpPr/>
            <p:nvPr/>
          </p:nvSpPr>
          <p:spPr>
            <a:xfrm rot="10800000" flipH="1">
              <a:off x="0" y="1"/>
              <a:ext cx="6008914" cy="104836"/>
            </a:xfrm>
            <a:prstGeom prst="rect">
              <a:avLst/>
            </a:prstGeom>
            <a:solidFill>
              <a:srgbClr val="C33B0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" name="Google Shape;80;p6"/>
            <p:cNvSpPr/>
            <p:nvPr/>
          </p:nvSpPr>
          <p:spPr>
            <a:xfrm rot="10800000" flipH="1">
              <a:off x="6008914" y="1"/>
              <a:ext cx="3660603" cy="104836"/>
            </a:xfrm>
            <a:prstGeom prst="rect">
              <a:avLst/>
            </a:prstGeom>
            <a:solidFill>
              <a:srgbClr val="0087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 rot="10800000" flipH="1">
              <a:off x="9669517" y="1"/>
              <a:ext cx="1545021" cy="104836"/>
            </a:xfrm>
            <a:prstGeom prst="rect">
              <a:avLst/>
            </a:prstGeom>
            <a:solidFill>
              <a:srgbClr val="3F9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 rot="10800000" flipH="1">
              <a:off x="11214538" y="0"/>
              <a:ext cx="977462" cy="104836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83" name="Google Shape;83;p6"/>
          <p:cNvSpPr txBox="1">
            <a:spLocks noGrp="1"/>
          </p:cNvSpPr>
          <p:nvPr>
            <p:ph type="body" idx="1"/>
          </p:nvPr>
        </p:nvSpPr>
        <p:spPr>
          <a:xfrm>
            <a:off x="1058069" y="3772258"/>
            <a:ext cx="10075862" cy="140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4" name="Google Shape;84;p6"/>
          <p:cNvSpPr>
            <a:spLocks noGrp="1"/>
          </p:cNvSpPr>
          <p:nvPr>
            <p:ph type="pic" idx="2"/>
          </p:nvPr>
        </p:nvSpPr>
        <p:spPr>
          <a:xfrm>
            <a:off x="5589843" y="2418734"/>
            <a:ext cx="1012313" cy="1010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投影片編號版面配置區 1">
            <a:extLst>
              <a:ext uri="{FF2B5EF4-FFF2-40B4-BE49-F238E27FC236}">
                <a16:creationId xmlns:a16="http://schemas.microsoft.com/office/drawing/2014/main" id="{A6BFA66D-6217-EA4A-9E12-B1510FB8B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8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3A732-569E-684E-8BC0-555F46348AD0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27491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30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36.xml"/><Relationship Id="rId42" Type="http://schemas.openxmlformats.org/officeDocument/2006/relationships/slideLayout" Target="../slideLayouts/slideLayout44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32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2.xml"/><Relationship Id="rId45" Type="http://schemas.openxmlformats.org/officeDocument/2006/relationships/slideLayout" Target="../slideLayouts/slideLayout47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30.xml"/><Relationship Id="rId36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46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7.xml"/><Relationship Id="rId43" Type="http://schemas.openxmlformats.org/officeDocument/2006/relationships/slideLayout" Target="../slideLayouts/slideLayout45.xml"/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33" Type="http://schemas.openxmlformats.org/officeDocument/2006/relationships/slideLayout" Target="../slideLayouts/slideLayout35.xml"/><Relationship Id="rId38" Type="http://schemas.openxmlformats.org/officeDocument/2006/relationships/slideLayout" Target="../slideLayouts/slideLayout40.xml"/><Relationship Id="rId46" Type="http://schemas.openxmlformats.org/officeDocument/2006/relationships/theme" Target="../theme/theme2.xml"/><Relationship Id="rId20" Type="http://schemas.openxmlformats.org/officeDocument/2006/relationships/slideLayout" Target="../slideLayouts/slideLayout22.xml"/><Relationship Id="rId41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57EE935-AD7C-CE4C-808D-F5C235C5F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ea typeface="PingFang TC" panose="020B0400000000000000" pitchFamily="34" charset="-120"/>
              </a:defRPr>
            </a:lvl1pPr>
          </a:lstStyle>
          <a:p>
            <a:fld id="{F070BA92-D9AB-BC48-A7C6-EC58A8644FFD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8421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C502877D-70B4-42B7-71D8-85C54DAE8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">
            <a:extLst>
              <a:ext uri="{FF2B5EF4-FFF2-40B4-BE49-F238E27FC236}">
                <a16:creationId xmlns:a16="http://schemas.microsoft.com/office/drawing/2014/main" id="{782F680F-509A-7762-067D-02D4EEE5D4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8069" y="3772258"/>
            <a:ext cx="10075862" cy="140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行動建議</a:t>
            </a:r>
          </a:p>
        </p:txBody>
      </p:sp>
      <p:pic>
        <p:nvPicPr>
          <p:cNvPr id="501" name="Google Shape;501;p29" descr="疫情拉平曲線橫條圖 以實心填滿">
            <a:extLst>
              <a:ext uri="{FF2B5EF4-FFF2-40B4-BE49-F238E27FC236}">
                <a16:creationId xmlns:a16="http://schemas.microsoft.com/office/drawing/2014/main" id="{771DCB21-AEBA-C295-D067-BC7393C799BC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flipH="1">
            <a:off x="5590867" y="2418734"/>
            <a:ext cx="1010265" cy="101026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75CB13D-4F92-FB29-7E3B-5FFCCD4554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69985" y="63329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l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Microsoft JhengHei UI" panose="020B0600000000000000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070BA92-D9AB-BC48-A7C6-EC58A8644FFD}" type="slidenum">
              <a:rPr kumimoji="1" lang="zh-TW" altLang="en-US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1" lang="zh-TW" altLang="en-US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5945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A82DD-9196-CB9E-C35F-F9660894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5B9146B-C801-45B1-00EF-8FE17C41485B}"/>
              </a:ext>
            </a:extLst>
          </p:cNvPr>
          <p:cNvSpPr txBox="1">
            <a:spLocks/>
          </p:cNvSpPr>
          <p:nvPr/>
        </p:nvSpPr>
        <p:spPr>
          <a:xfrm>
            <a:off x="-64008" y="6547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l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Microsoft JhengHei UI" panose="020B0600000000000000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070BA92-D9AB-BC48-A7C6-EC58A8644FFD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rebuchet MS" panose="020B0603020202020204"/>
                <a:ea typeface="Microsoft JhengHei UI" panose="020B0600000000000000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1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Microsoft JhengHei UI" panose="020B0600000000000000" pitchFamily="34" charset="-120"/>
              <a:cs typeface="Arial"/>
              <a:sym typeface="Arial"/>
            </a:endParaRPr>
          </a:p>
        </p:txBody>
      </p:sp>
      <p:sp>
        <p:nvSpPr>
          <p:cNvPr id="107" name="Shape 47">
            <a:extLst>
              <a:ext uri="{FF2B5EF4-FFF2-40B4-BE49-F238E27FC236}">
                <a16:creationId xmlns:a16="http://schemas.microsoft.com/office/drawing/2014/main" id="{5601D66E-3257-7B6D-E25E-6BFFF9B8AC58}"/>
              </a:ext>
            </a:extLst>
          </p:cNvPr>
          <p:cNvSpPr/>
          <p:nvPr/>
        </p:nvSpPr>
        <p:spPr>
          <a:xfrm>
            <a:off x="182880" y="3824741"/>
            <a:ext cx="11768328" cy="297846"/>
          </a:xfrm>
          <a:prstGeom prst="rect">
            <a:avLst/>
          </a:prstGeom>
          <a:solidFill>
            <a:srgbClr val="202539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51126A-834C-4E84-9A9F-815370C2AE11}"/>
              </a:ext>
            </a:extLst>
          </p:cNvPr>
          <p:cNvSpPr/>
          <p:nvPr/>
        </p:nvSpPr>
        <p:spPr>
          <a:xfrm>
            <a:off x="164592" y="-17094"/>
            <a:ext cx="1170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台塑生醫MD醫之方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通路客群行動建議｜當前瓶頸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 x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核心機會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 x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invosData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 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數據解決方案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A3DEC5-069E-5E2D-BCF8-72A7A81CE559}"/>
              </a:ext>
            </a:extLst>
          </p:cNvPr>
          <p:cNvSpPr/>
          <p:nvPr/>
        </p:nvSpPr>
        <p:spPr>
          <a:xfrm>
            <a:off x="182880" y="380670"/>
            <a:ext cx="2322576" cy="685800"/>
          </a:xfrm>
          <a:prstGeom prst="rect">
            <a:avLst/>
          </a:prstGeom>
          <a:noFill/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22D7B3D-C010-1AB7-7142-FB2B58386289}"/>
              </a:ext>
            </a:extLst>
          </p:cNvPr>
          <p:cNvSpPr/>
          <p:nvPr/>
        </p:nvSpPr>
        <p:spPr>
          <a:xfrm>
            <a:off x="182880" y="380670"/>
            <a:ext cx="232257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53506F5-2C0F-4E27-21CE-A3C07CD195C0}"/>
              </a:ext>
            </a:extLst>
          </p:cNvPr>
          <p:cNvSpPr/>
          <p:nvPr/>
        </p:nvSpPr>
        <p:spPr>
          <a:xfrm>
            <a:off x="237744" y="43553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守住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momo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高價值舊客基本盤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30D63CF-3C8A-F228-5FF3-166F842FA3E1}"/>
              </a:ext>
            </a:extLst>
          </p:cNvPr>
          <p:cNvSpPr/>
          <p:nvPr/>
        </p:nvSpPr>
        <p:spPr>
          <a:xfrm>
            <a:off x="237744" y="63670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問題不在消費力，在於留不住買者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0262B2A-5A91-E109-AAFC-99FDB2D82CDD}"/>
              </a:ext>
            </a:extLst>
          </p:cNvPr>
          <p:cNvSpPr/>
          <p:nvPr/>
        </p:nvSpPr>
        <p:spPr>
          <a:xfrm>
            <a:off x="237744" y="801294"/>
            <a:ext cx="219456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0168A67-C0D5-70ED-C0AB-8C5128522F9B}"/>
              </a:ext>
            </a:extLst>
          </p:cNvPr>
          <p:cNvSpPr/>
          <p:nvPr/>
        </p:nvSpPr>
        <p:spPr>
          <a:xfrm>
            <a:off x="249937" y="837870"/>
            <a:ext cx="2200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目標｜留存率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36%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、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PRC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對標通路均值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3,253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元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7A20221-9F16-FEA7-2544-0CAC74A1AE4C}"/>
              </a:ext>
            </a:extLst>
          </p:cNvPr>
          <p:cNvSpPr/>
          <p:nvPr/>
        </p:nvSpPr>
        <p:spPr>
          <a:xfrm>
            <a:off x="2542032" y="380670"/>
            <a:ext cx="2322576" cy="685800"/>
          </a:xfrm>
          <a:prstGeom prst="rect">
            <a:avLst/>
          </a:prstGeom>
          <a:noFill/>
          <a:ln w="1016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AFFF7E4-7AD2-A93F-985E-272464AE6A19}"/>
              </a:ext>
            </a:extLst>
          </p:cNvPr>
          <p:cNvSpPr/>
          <p:nvPr/>
        </p:nvSpPr>
        <p:spPr>
          <a:xfrm>
            <a:off x="2542032" y="380670"/>
            <a:ext cx="2322576" cy="45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FB707FC-5E77-1D7A-EF42-EBF653AB3C94}"/>
              </a:ext>
            </a:extLst>
          </p:cNvPr>
          <p:cNvSpPr/>
          <p:nvPr/>
        </p:nvSpPr>
        <p:spPr>
          <a:xfrm>
            <a:off x="2596896" y="43553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康是美×寶雅藥妝新客入口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7B5A55C-8359-E97F-2491-082D1518DA64}"/>
              </a:ext>
            </a:extLst>
          </p:cNvPr>
          <p:cNvSpPr/>
          <p:nvPr/>
        </p:nvSpPr>
        <p:spPr>
          <a:xfrm>
            <a:off x="2596896" y="63670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新客入口成立，但缺乏回購銜接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63FBB6F-8CBF-F497-499B-C82FEB035A08}"/>
              </a:ext>
            </a:extLst>
          </p:cNvPr>
          <p:cNvSpPr/>
          <p:nvPr/>
        </p:nvSpPr>
        <p:spPr>
          <a:xfrm>
            <a:off x="2596896" y="801294"/>
            <a:ext cx="2194560" cy="1828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9551256-DEC0-505B-8BBC-9C6D6E789ABD}"/>
              </a:ext>
            </a:extLst>
          </p:cNvPr>
          <p:cNvSpPr/>
          <p:nvPr/>
        </p:nvSpPr>
        <p:spPr>
          <a:xfrm>
            <a:off x="2596896" y="83787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目標｜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88%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＋新客 、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PRC對標買者均值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2,416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元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7E9C623-8804-D11C-A26C-27C1BDDD33E7}"/>
              </a:ext>
            </a:extLst>
          </p:cNvPr>
          <p:cNvSpPr/>
          <p:nvPr/>
        </p:nvSpPr>
        <p:spPr>
          <a:xfrm>
            <a:off x="4901184" y="380670"/>
            <a:ext cx="2322576" cy="685800"/>
          </a:xfrm>
          <a:prstGeom prst="rect">
            <a:avLst/>
          </a:prstGeom>
          <a:noFill/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8FACEA6-F4C6-D7E8-D006-415E8FDF7A6D}"/>
              </a:ext>
            </a:extLst>
          </p:cNvPr>
          <p:cNvSpPr/>
          <p:nvPr/>
        </p:nvSpPr>
        <p:spPr>
          <a:xfrm>
            <a:off x="4901184" y="380670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E3A9662-38F0-6F0E-9E22-F7A782A84C88}"/>
              </a:ext>
            </a:extLst>
          </p:cNvPr>
          <p:cNvSpPr/>
          <p:nvPr/>
        </p:nvSpPr>
        <p:spPr>
          <a:xfrm>
            <a:off x="4956048" y="43553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舊客留存 × 回購深化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0263120-0423-8753-CF52-EE117B255222}"/>
              </a:ext>
            </a:extLst>
          </p:cNvPr>
          <p:cNvSpPr/>
          <p:nvPr/>
        </p:nvSpPr>
        <p:spPr>
          <a:xfrm>
            <a:off x="4956048" y="63670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舊客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PRC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為新客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2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倍，短期即可變現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802AA7F-594A-F668-D578-2268EBCA14EB}"/>
              </a:ext>
            </a:extLst>
          </p:cNvPr>
          <p:cNvSpPr/>
          <p:nvPr/>
        </p:nvSpPr>
        <p:spPr>
          <a:xfrm>
            <a:off x="4956048" y="801294"/>
            <a:ext cx="219456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FE427EE-8D08-2CA0-6929-34FD860327E2}"/>
              </a:ext>
            </a:extLst>
          </p:cNvPr>
          <p:cNvSpPr/>
          <p:nvPr/>
        </p:nvSpPr>
        <p:spPr>
          <a:xfrm>
            <a:off x="4956048" y="83787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目標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｜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舊客佔比對標市場水平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37%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、營收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+14.7%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1895822-90C5-256D-2FDE-3C300D1137CC}"/>
              </a:ext>
            </a:extLst>
          </p:cNvPr>
          <p:cNvSpPr/>
          <p:nvPr/>
        </p:nvSpPr>
        <p:spPr>
          <a:xfrm>
            <a:off x="7260336" y="380670"/>
            <a:ext cx="2322576" cy="685800"/>
          </a:xfrm>
          <a:prstGeom prst="rect">
            <a:avLst/>
          </a:prstGeom>
          <a:noFill/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0400C9C-7F55-EB6D-212A-9F9EBCF4D5E1}"/>
              </a:ext>
            </a:extLst>
          </p:cNvPr>
          <p:cNvSpPr/>
          <p:nvPr/>
        </p:nvSpPr>
        <p:spPr>
          <a:xfrm>
            <a:off x="7260336" y="380670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ED921FA-8B44-E7BE-60BE-429E67996F88}"/>
              </a:ext>
            </a:extLst>
          </p:cNvPr>
          <p:cNvSpPr/>
          <p:nvPr/>
        </p:nvSpPr>
        <p:spPr>
          <a:xfrm>
            <a:off x="7315200" y="43553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競品轉換客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F1AE013-6E39-C2A7-C7F8-48977CFC1041}"/>
              </a:ext>
            </a:extLst>
          </p:cNvPr>
          <p:cNvSpPr/>
          <p:nvPr/>
        </p:nvSpPr>
        <p:spPr>
          <a:xfrm>
            <a:off x="7315200" y="63670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舊客留存提升＋競品觸及 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= 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最高效益成長引擎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785DF76-E719-7662-621A-C59D4EC30DB9}"/>
              </a:ext>
            </a:extLst>
          </p:cNvPr>
          <p:cNvSpPr/>
          <p:nvPr/>
        </p:nvSpPr>
        <p:spPr>
          <a:xfrm>
            <a:off x="7315200" y="801294"/>
            <a:ext cx="219456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666A82F-9D10-4163-9034-3D0ED19226FE}"/>
              </a:ext>
            </a:extLst>
          </p:cNvPr>
          <p:cNvSpPr/>
          <p:nvPr/>
        </p:nvSpPr>
        <p:spPr>
          <a:xfrm>
            <a:off x="7315200" y="83787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目標｜競品客+16%、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識別精準受眾投放廣告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BDA27C9-FA11-22E1-8ADA-1CEA7F97DA6A}"/>
              </a:ext>
            </a:extLst>
          </p:cNvPr>
          <p:cNvSpPr/>
          <p:nvPr/>
        </p:nvSpPr>
        <p:spPr>
          <a:xfrm>
            <a:off x="9619488" y="380670"/>
            <a:ext cx="2322576" cy="685800"/>
          </a:xfrm>
          <a:prstGeom prst="rect">
            <a:avLst/>
          </a:prstGeom>
          <a:noFill/>
          <a:ln w="1016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5B10C19-B56C-51F3-4F79-39042E1E415E}"/>
              </a:ext>
            </a:extLst>
          </p:cNvPr>
          <p:cNvSpPr/>
          <p:nvPr/>
        </p:nvSpPr>
        <p:spPr>
          <a:xfrm>
            <a:off x="9619488" y="380670"/>
            <a:ext cx="2322576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6A6CB51-9FA1-E79C-50F5-A286FD887F83}"/>
              </a:ext>
            </a:extLst>
          </p:cNvPr>
          <p:cNvSpPr/>
          <p:nvPr/>
        </p:nvSpPr>
        <p:spPr>
          <a:xfrm>
            <a:off x="9674352" y="43553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酷澎水貨×品牌溢價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F9E1CDD-93D8-AF16-E7AA-CF60C2E90BCA}"/>
              </a:ext>
            </a:extLst>
          </p:cNvPr>
          <p:cNvSpPr/>
          <p:nvPr/>
        </p:nvSpPr>
        <p:spPr>
          <a:xfrm>
            <a:off x="9674352" y="63670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非授權通路治理・導流正規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0CBA7DB-F3E1-1060-932B-0E8868B2C0E6}"/>
              </a:ext>
            </a:extLst>
          </p:cNvPr>
          <p:cNvSpPr/>
          <p:nvPr/>
        </p:nvSpPr>
        <p:spPr>
          <a:xfrm>
            <a:off x="9674352" y="801294"/>
            <a:ext cx="2194560" cy="182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BB2B473-AEF7-18AF-D4FB-0B7D0B55A538}"/>
              </a:ext>
            </a:extLst>
          </p:cNvPr>
          <p:cNvSpPr/>
          <p:nvPr/>
        </p:nvSpPr>
        <p:spPr>
          <a:xfrm>
            <a:off x="9674352" y="83787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監測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｜佔比17%、RPC僅1,160元</a:t>
            </a: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2D250FC-0BCB-7898-CC0F-ACD0A486BABD}"/>
              </a:ext>
            </a:extLst>
          </p:cNvPr>
          <p:cNvSpPr/>
          <p:nvPr/>
        </p:nvSpPr>
        <p:spPr>
          <a:xfrm>
            <a:off x="182880" y="1401878"/>
            <a:ext cx="2322576" cy="2398918"/>
          </a:xfrm>
          <a:prstGeom prst="rect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9784438B-4736-12F5-FE4D-356E680ECEBA}"/>
              </a:ext>
            </a:extLst>
          </p:cNvPr>
          <p:cNvSpPr/>
          <p:nvPr/>
        </p:nvSpPr>
        <p:spPr>
          <a:xfrm>
            <a:off x="2542032" y="1401879"/>
            <a:ext cx="2322576" cy="2398918"/>
          </a:xfrm>
          <a:prstGeom prst="rect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5CA20EE-9F1E-5AA4-A56B-9C1DA80BE682}"/>
              </a:ext>
            </a:extLst>
          </p:cNvPr>
          <p:cNvSpPr/>
          <p:nvPr/>
        </p:nvSpPr>
        <p:spPr>
          <a:xfrm>
            <a:off x="2542032" y="1399222"/>
            <a:ext cx="2286000" cy="23414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康是美逆勢成長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 </a:t>
            </a:r>
            <a:r>
              <a:rPr kumimoji="0" lang="en-US" altLang="zh-TW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留存結構不穩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康是美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 MD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醫之方人流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+32.8%、營收+37.3%（</a:t>
            </a:r>
            <a:r>
              <a:rPr kumimoji="0" lang="en-US" altLang="zh-TW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相較通路整體逆勢成長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）、 88%新客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，且這群買者在整體市場人均花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2,416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元買益生菌（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 MD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醫之方只拿到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1,317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元），顯示他們有錢有需求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，</a:t>
            </a:r>
            <a:r>
              <a:rPr kumimoji="0" lang="en-US" altLang="zh-TW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但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買完就離開，缺乏橋樑接口</a:t>
            </a:r>
            <a:endParaRPr kumimoji="0" lang="en-US" altLang="zh-TW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寶雅正在長 競品不同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寶雅競品是新普利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/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我的健康日記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/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大研生醫（非康是美 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BHK‘s/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倍適），顯示不同通路的人在比較不同品牌，產品佈局不能複製貼上</a:t>
            </a: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0CD4E063-2576-D6EE-530D-F3E53908C17B}"/>
              </a:ext>
            </a:extLst>
          </p:cNvPr>
          <p:cNvSpPr/>
          <p:nvPr/>
        </p:nvSpPr>
        <p:spPr>
          <a:xfrm>
            <a:off x="4901184" y="1401878"/>
            <a:ext cx="2322576" cy="2398918"/>
          </a:xfrm>
          <a:prstGeom prst="rect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6B52CFE-B636-027F-E487-240987BC219B}"/>
              </a:ext>
            </a:extLst>
          </p:cNvPr>
          <p:cNvSpPr/>
          <p:nvPr/>
        </p:nvSpPr>
        <p:spPr>
          <a:xfrm>
            <a:off x="4901184" y="1391749"/>
            <a:ext cx="2322576" cy="20297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舊客留存×回購深化最高槓桿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MD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醫之方舊客佔比 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20%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 （低於市場舊客比例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37%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）、舊客人均次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1.56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次（低於市場舊客均值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1.98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次）</a:t>
            </a:r>
            <a:endParaRPr kumimoji="0" lang="en-US" altLang="zh-TW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但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MD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醫之方</a:t>
            </a:r>
            <a:r>
              <a:rPr kumimoji="0" lang="en-US" altLang="zh-TW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舊客RPC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是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新客2.04倍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（整體市場新舊客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PRC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僅差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1.86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倍），代表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MD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醫之方舊客忠誠度不差、願意花得更多，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每提升1%留存率的效益遠大於等量新客投入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，且留住舊客對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MD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醫之方的槓桿效果比一般品牌更強</a:t>
            </a:r>
            <a:endParaRPr kumimoji="0" lang="en-US" altLang="zh-TW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36A6E932-9B09-DE23-4733-09073AC4C63E}"/>
              </a:ext>
            </a:extLst>
          </p:cNvPr>
          <p:cNvSpPr/>
          <p:nvPr/>
        </p:nvSpPr>
        <p:spPr>
          <a:xfrm>
            <a:off x="7260336" y="1401878"/>
            <a:ext cx="2322576" cy="2396874"/>
          </a:xfrm>
          <a:prstGeom prst="rect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0DA9116C-96A2-FE2E-A86F-A3283086F051}"/>
              </a:ext>
            </a:extLst>
          </p:cNvPr>
          <p:cNvSpPr/>
          <p:nvPr/>
        </p:nvSpPr>
        <p:spPr>
          <a:xfrm>
            <a:off x="7260336" y="1399222"/>
            <a:ext cx="2322576" cy="23709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競品轉換人流+16%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競品客人流成長，證明品牌有吸引力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，</a:t>
            </a:r>
            <a:r>
              <a:rPr kumimoji="0" lang="en-US" altLang="zh-TW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發票可識別跨品牌購買者精準定向投放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，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他們正在比較，只要在對的時機推對的產品，就有機會轉換</a:t>
            </a:r>
            <a:endParaRPr kumimoji="0" lang="en-US" altLang="zh-TW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8B17EFEC-9409-2C19-F8C3-23A4E04E2E4D}"/>
              </a:ext>
            </a:extLst>
          </p:cNvPr>
          <p:cNvSpPr/>
          <p:nvPr/>
        </p:nvSpPr>
        <p:spPr>
          <a:xfrm>
            <a:off x="9619488" y="1401877"/>
            <a:ext cx="2322576" cy="2396875"/>
          </a:xfrm>
          <a:prstGeom prst="rect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BFD95864-AEEE-D2ED-B165-1E38A50C37C1}"/>
              </a:ext>
            </a:extLst>
          </p:cNvPr>
          <p:cNvSpPr/>
          <p:nvPr/>
        </p:nvSpPr>
        <p:spPr>
          <a:xfrm>
            <a:off x="9619488" y="1399222"/>
            <a:ext cx="2322576" cy="247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酷澎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低價</a:t>
            </a:r>
            <a:r>
              <a:rPr kumimoji="0" lang="en-US" altLang="zh-TW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稀釋品牌溢價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酷澎MD醫之方客數暴增3.7倍至855人，但RPC僅1,160元，為momo的46%，82% 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是品牌新客，被低價而非品牌力吸引，難以拉高客單</a:t>
            </a:r>
            <a:endParaRPr kumimoji="0" lang="en-US" altLang="zh-TW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rgbClr val="D1D5DB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銷額佔比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成長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至17%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酷澎銷額YoY+288%，高回購率35%反映的是價格敏感者穩定性而非品牌忠誠</a:t>
            </a: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9B1E7324-0244-A502-E25E-639EBCBF0041}"/>
              </a:ext>
            </a:extLst>
          </p:cNvPr>
          <p:cNvSpPr/>
          <p:nvPr/>
        </p:nvSpPr>
        <p:spPr>
          <a:xfrm>
            <a:off x="2544032" y="380670"/>
            <a:ext cx="2322576" cy="685800"/>
          </a:xfrm>
          <a:prstGeom prst="rect">
            <a:avLst/>
          </a:prstGeom>
          <a:noFill/>
          <a:ln w="10160">
            <a:solidFill>
              <a:srgbClr val="9333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328F9641-6D9E-7C52-B713-3084C13788B6}"/>
              </a:ext>
            </a:extLst>
          </p:cNvPr>
          <p:cNvSpPr/>
          <p:nvPr/>
        </p:nvSpPr>
        <p:spPr>
          <a:xfrm>
            <a:off x="237744" y="3846120"/>
            <a:ext cx="1164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行動建議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EB7E22CA-A5CB-3039-3FD9-CD0EE410B37F}"/>
              </a:ext>
            </a:extLst>
          </p:cNvPr>
          <p:cNvSpPr/>
          <p:nvPr/>
        </p:nvSpPr>
        <p:spPr>
          <a:xfrm>
            <a:off x="182880" y="4158610"/>
            <a:ext cx="2322576" cy="2597612"/>
          </a:xfrm>
          <a:prstGeom prst="rect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1EE3EDAE-F478-1096-7330-E67B8A6C6080}"/>
              </a:ext>
            </a:extLst>
          </p:cNvPr>
          <p:cNvSpPr/>
          <p:nvPr/>
        </p:nvSpPr>
        <p:spPr>
          <a:xfrm>
            <a:off x="192024" y="4158609"/>
            <a:ext cx="2313432" cy="2253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88900" marR="0" lvl="0" indent="-88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品類喚醒：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圈選 </a:t>
            </a:r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69% </a:t>
            </a:r>
            <a:r>
              <a:rPr kumimoji="0" lang="zh-TW" altLang="e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「</a:t>
            </a:r>
            <a:r>
              <a:rPr kumimoji="0" lang="en" altLang="zh-TW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momoMD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醫之方」品類流失買者投放廣告，推送品類需求內容（非折扣），重建使用習慣後再推產品，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目標留存率</a:t>
            </a:r>
            <a:r>
              <a:rPr kumimoji="0" lang="en-US" altLang="zh-TW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36%</a:t>
            </a:r>
            <a:endParaRPr kumimoji="0" lang="en-US" sz="900" b="1" i="0" u="sng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88900" marR="0" lvl="0" indent="-88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增加留存：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設計定期購</a:t>
            </a:r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/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組合包</a:t>
            </a:r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/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發票回饋，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目標提升</a:t>
            </a:r>
            <a:r>
              <a:rPr kumimoji="0" lang="en" altLang="zh-TW" sz="900" b="1" i="0" u="sng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RPC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貼近通路均值</a:t>
            </a:r>
            <a:r>
              <a:rPr kumimoji="0" lang="en-US" altLang="zh-TW" sz="900" b="1" i="0" u="sng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3,253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元</a:t>
            </a:r>
            <a:endParaRPr kumimoji="0" lang="en-US" altLang="zh-TW" sz="900" b="1" i="0" u="sng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88900" marR="0" lvl="0" indent="-88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自動補貨提醒：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依消耗週期預估用罄時間 → 用罄前 </a:t>
            </a:r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7 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天推播提醒，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目標留住</a:t>
            </a:r>
            <a:r>
              <a:rPr kumimoji="0" lang="en" altLang="zh-TW" sz="900" b="1" i="0" u="sng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RPC</a:t>
            </a:r>
            <a:r>
              <a:rPr kumimoji="0" lang="en-US" altLang="zh-TW" sz="900" b="1" i="0" u="sng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3,243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元舊客</a:t>
            </a:r>
            <a:endParaRPr kumimoji="0" lang="en-US" altLang="zh-TW" sz="900" b="1" i="0" u="sng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70" name="Shape 26">
            <a:extLst>
              <a:ext uri="{FF2B5EF4-FFF2-40B4-BE49-F238E27FC236}">
                <a16:creationId xmlns:a16="http://schemas.microsoft.com/office/drawing/2014/main" id="{6828F31E-ACBE-C2C2-61BC-9AB5EF10FE6E}"/>
              </a:ext>
            </a:extLst>
          </p:cNvPr>
          <p:cNvSpPr/>
          <p:nvPr/>
        </p:nvSpPr>
        <p:spPr>
          <a:xfrm>
            <a:off x="256032" y="6481902"/>
            <a:ext cx="1005840" cy="18288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71" name="Text 27">
            <a:extLst>
              <a:ext uri="{FF2B5EF4-FFF2-40B4-BE49-F238E27FC236}">
                <a16:creationId xmlns:a16="http://schemas.microsoft.com/office/drawing/2014/main" id="{4426B79D-CF50-77FD-6616-9731A464C6F2}"/>
              </a:ext>
            </a:extLst>
          </p:cNvPr>
          <p:cNvSpPr/>
          <p:nvPr/>
        </p:nvSpPr>
        <p:spPr>
          <a:xfrm>
            <a:off x="256032" y="648190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7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精準受眾</a:t>
            </a:r>
            <a:endParaRPr kumimoji="0" lang="en-US" altLang="zh-TW" sz="7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72" name="Shape 28">
            <a:extLst>
              <a:ext uri="{FF2B5EF4-FFF2-40B4-BE49-F238E27FC236}">
                <a16:creationId xmlns:a16="http://schemas.microsoft.com/office/drawing/2014/main" id="{1E3F3D46-0B4A-D0D9-414A-61BF5FC12D4E}"/>
              </a:ext>
            </a:extLst>
          </p:cNvPr>
          <p:cNvSpPr/>
          <p:nvPr/>
        </p:nvSpPr>
        <p:spPr>
          <a:xfrm>
            <a:off x="1353312" y="6481902"/>
            <a:ext cx="1005840" cy="18288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73" name="Text 29">
            <a:extLst>
              <a:ext uri="{FF2B5EF4-FFF2-40B4-BE49-F238E27FC236}">
                <a16:creationId xmlns:a16="http://schemas.microsoft.com/office/drawing/2014/main" id="{8DB3F4BF-1298-DDA7-7D7D-BCE9F398479B}"/>
              </a:ext>
            </a:extLst>
          </p:cNvPr>
          <p:cNvSpPr/>
          <p:nvPr/>
        </p:nvSpPr>
        <p:spPr>
          <a:xfrm>
            <a:off x="1353312" y="648190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會員留存</a:t>
            </a:r>
            <a:endParaRPr kumimoji="0" lang="en-US" altLang="zh-TW" sz="7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74" name="Shape 30">
            <a:extLst>
              <a:ext uri="{FF2B5EF4-FFF2-40B4-BE49-F238E27FC236}">
                <a16:creationId xmlns:a16="http://schemas.microsoft.com/office/drawing/2014/main" id="{E85D4443-7263-8437-5659-3F9C4A19F05D}"/>
              </a:ext>
            </a:extLst>
          </p:cNvPr>
          <p:cNvSpPr/>
          <p:nvPr/>
        </p:nvSpPr>
        <p:spPr>
          <a:xfrm>
            <a:off x="2542032" y="4158610"/>
            <a:ext cx="2322576" cy="2597612"/>
          </a:xfrm>
          <a:prstGeom prst="rect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75" name="Text 31">
            <a:extLst>
              <a:ext uri="{FF2B5EF4-FFF2-40B4-BE49-F238E27FC236}">
                <a16:creationId xmlns:a16="http://schemas.microsoft.com/office/drawing/2014/main" id="{85166B94-C753-580A-2CB3-D763FEA01C72}"/>
              </a:ext>
            </a:extLst>
          </p:cNvPr>
          <p:cNvSpPr/>
          <p:nvPr/>
        </p:nvSpPr>
        <p:spPr>
          <a:xfrm>
            <a:off x="2542032" y="4158609"/>
            <a:ext cx="2322576" cy="2589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93663" marR="0" lvl="0" indent="-9366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BAACF1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新客入口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BAACF1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：</a:t>
            </a:r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 </a:t>
            </a:r>
            <a:r>
              <a:rPr kumimoji="0" lang="en-US" altLang="zh-TW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設計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康是美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寶雅「品牌首購發票回饋」</a:t>
            </a:r>
            <a:r>
              <a:rPr kumimoji="0" lang="en-US" altLang="zh-TW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活動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，</a:t>
            </a:r>
            <a:r>
              <a:rPr kumimoji="0" lang="en-US" sz="900" b="1" i="0" u="sng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目標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讓 </a:t>
            </a:r>
            <a:r>
              <a:rPr kumimoji="0" lang="en-US" altLang="zh-TW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88%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＋新客認識 </a:t>
            </a:r>
            <a:r>
              <a:rPr kumimoji="0" 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MD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醫之方</a:t>
            </a:r>
            <a:endParaRPr kumimoji="0" lang="en-US" altLang="zh-TW" sz="9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BAACF1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回購橋樑系統：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首購後透過發票存摺加入品牌會員，後續發票資料自動存入品牌資料庫，以利補貨週期自動化追蹤，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目標留下該群買者達到</a:t>
            </a:r>
            <a:r>
              <a:rPr kumimoji="0" lang="en" altLang="zh-TW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PRC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均值</a:t>
            </a:r>
            <a:r>
              <a:rPr kumimoji="0" lang="en-US" altLang="zh-TW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2,416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元</a:t>
            </a:r>
            <a:endParaRPr kumimoji="0" lang="en-US" altLang="zh-TW" sz="9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BAACF1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競品對標：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針對通路內主要競品設計首購方案、試用包，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目標截獲在選牌比較當下猶豫的新客</a:t>
            </a:r>
          </a:p>
        </p:txBody>
      </p:sp>
      <p:sp>
        <p:nvSpPr>
          <p:cNvPr id="76" name="Shape 32">
            <a:extLst>
              <a:ext uri="{FF2B5EF4-FFF2-40B4-BE49-F238E27FC236}">
                <a16:creationId xmlns:a16="http://schemas.microsoft.com/office/drawing/2014/main" id="{E44ADA90-2FC1-8896-F149-CB3E0A45B2DD}"/>
              </a:ext>
            </a:extLst>
          </p:cNvPr>
          <p:cNvSpPr/>
          <p:nvPr/>
        </p:nvSpPr>
        <p:spPr>
          <a:xfrm>
            <a:off x="2615184" y="6477330"/>
            <a:ext cx="1005840" cy="18288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77" name="Text 33">
            <a:extLst>
              <a:ext uri="{FF2B5EF4-FFF2-40B4-BE49-F238E27FC236}">
                <a16:creationId xmlns:a16="http://schemas.microsoft.com/office/drawing/2014/main" id="{DC416A0E-53D6-6651-9692-C576D9512F1D}"/>
              </a:ext>
            </a:extLst>
          </p:cNvPr>
          <p:cNvSpPr/>
          <p:nvPr/>
        </p:nvSpPr>
        <p:spPr>
          <a:xfrm>
            <a:off x="2615184" y="647733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新客導流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78" name="Shape 36">
            <a:extLst>
              <a:ext uri="{FF2B5EF4-FFF2-40B4-BE49-F238E27FC236}">
                <a16:creationId xmlns:a16="http://schemas.microsoft.com/office/drawing/2014/main" id="{F07CBF09-A694-F04A-5D63-758BCD41A5BF}"/>
              </a:ext>
            </a:extLst>
          </p:cNvPr>
          <p:cNvSpPr/>
          <p:nvPr/>
        </p:nvSpPr>
        <p:spPr>
          <a:xfrm>
            <a:off x="4901184" y="4158609"/>
            <a:ext cx="2322576" cy="2597611"/>
          </a:xfrm>
          <a:prstGeom prst="rect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75F027BB-DCD7-39C0-36A4-478D1CFC547A}"/>
              </a:ext>
            </a:extLst>
          </p:cNvPr>
          <p:cNvSpPr/>
          <p:nvPr/>
        </p:nvSpPr>
        <p:spPr>
          <a:xfrm>
            <a:off x="4901184" y="4158609"/>
            <a:ext cx="2322576" cy="22417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92075" marR="0" lvl="0" indent="-920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CE589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舊客會員經營：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以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RFM 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分層推不同產品，高頻高額客推升級試用、中頻客推回購組合包、沉默客推品類需求喚醒內容，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目標舊客佔比從</a:t>
            </a:r>
            <a:r>
              <a:rPr kumimoji="0" lang="en-US" altLang="zh-TW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20%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拉到市場水平</a:t>
            </a:r>
            <a:r>
              <a:rPr kumimoji="0" lang="en-US" altLang="zh-TW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37%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，若總人數不變，營收預期增加 </a:t>
            </a:r>
            <a:r>
              <a:rPr kumimoji="0" lang="en-US" altLang="zh-TW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14.7%</a:t>
            </a:r>
          </a:p>
          <a:p>
            <a:pPr marL="92075" marR="0" lvl="0" indent="-920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CE589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自動補貨提醒：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建立「補貨週期計算」規則預估用罄時間，提前推送發票推播，</a:t>
            </a:r>
            <a:r>
              <a:rPr kumimoji="0" lang="en-US" sz="900" b="1" i="0" u="sng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目標提升舊客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購買頻率</a:t>
            </a:r>
            <a:r>
              <a:rPr kumimoji="0" 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貼近市場舊客均值1.98次</a:t>
            </a:r>
          </a:p>
        </p:txBody>
      </p:sp>
      <p:sp>
        <p:nvSpPr>
          <p:cNvPr id="80" name="Shape 40">
            <a:extLst>
              <a:ext uri="{FF2B5EF4-FFF2-40B4-BE49-F238E27FC236}">
                <a16:creationId xmlns:a16="http://schemas.microsoft.com/office/drawing/2014/main" id="{C013B8A1-313E-DB74-7BB3-606FE2FD487D}"/>
              </a:ext>
            </a:extLst>
          </p:cNvPr>
          <p:cNvSpPr/>
          <p:nvPr/>
        </p:nvSpPr>
        <p:spPr>
          <a:xfrm>
            <a:off x="6071616" y="6477330"/>
            <a:ext cx="1005840" cy="18288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81" name="Text 41">
            <a:extLst>
              <a:ext uri="{FF2B5EF4-FFF2-40B4-BE49-F238E27FC236}">
                <a16:creationId xmlns:a16="http://schemas.microsoft.com/office/drawing/2014/main" id="{E194333D-6160-3F8C-0A93-945BB24E5C82}"/>
              </a:ext>
            </a:extLst>
          </p:cNvPr>
          <p:cNvSpPr/>
          <p:nvPr/>
        </p:nvSpPr>
        <p:spPr>
          <a:xfrm>
            <a:off x="6071616" y="647733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LTV深化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82" name="Shape 42">
            <a:extLst>
              <a:ext uri="{FF2B5EF4-FFF2-40B4-BE49-F238E27FC236}">
                <a16:creationId xmlns:a16="http://schemas.microsoft.com/office/drawing/2014/main" id="{1E187566-A5F2-716E-A74D-46B4BD7E1DAE}"/>
              </a:ext>
            </a:extLst>
          </p:cNvPr>
          <p:cNvSpPr/>
          <p:nvPr/>
        </p:nvSpPr>
        <p:spPr>
          <a:xfrm>
            <a:off x="7260336" y="4158609"/>
            <a:ext cx="2322576" cy="2597611"/>
          </a:xfrm>
          <a:prstGeom prst="rect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83" name="Text 43">
            <a:extLst>
              <a:ext uri="{FF2B5EF4-FFF2-40B4-BE49-F238E27FC236}">
                <a16:creationId xmlns:a16="http://schemas.microsoft.com/office/drawing/2014/main" id="{B8588514-8CAB-ACD9-2973-5986AE4796D0}"/>
              </a:ext>
            </a:extLst>
          </p:cNvPr>
          <p:cNvSpPr/>
          <p:nvPr/>
        </p:nvSpPr>
        <p:spPr>
          <a:xfrm>
            <a:off x="7260336" y="4158609"/>
            <a:ext cx="2316480" cy="2579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92075" marR="0" lvl="0" indent="-920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FCE589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精準受眾：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發票識別「互動高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康是美寶雅主要競品」買者，投放MD醫之方品牌Branding廣告，</a:t>
            </a:r>
            <a:r>
              <a:rPr kumimoji="0" lang="en-US" sz="900" b="1" i="0" u="sng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提升品牌識別</a:t>
            </a:r>
            <a:r>
              <a:rPr kumimoji="0" 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，</a:t>
            </a:r>
            <a:r>
              <a:rPr kumimoji="0" lang="zh-TW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創造人流入口</a:t>
            </a:r>
            <a:endParaRPr kumimoji="0" lang="en-US" sz="9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92075" marR="0" lvl="0" indent="-920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FCE589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購買誘因：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在康是美寶雅貨架鄰近位置加強MD醫之方露出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、</a:t>
            </a:r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 </a:t>
            </a:r>
            <a:r>
              <a:rPr kumimoji="0" lang="en-US" altLang="zh-TW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設計「轉換體驗包</a:t>
            </a:r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」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、「發票回饋」競品客專屬獎勵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，搶佔「比較購買」場景的最後一哩決策，</a:t>
            </a:r>
            <a:r>
              <a:rPr kumimoji="0" 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目標維持競品客人流成長16%</a:t>
            </a:r>
          </a:p>
        </p:txBody>
      </p:sp>
      <p:sp>
        <p:nvSpPr>
          <p:cNvPr id="84" name="Shape 44">
            <a:extLst>
              <a:ext uri="{FF2B5EF4-FFF2-40B4-BE49-F238E27FC236}">
                <a16:creationId xmlns:a16="http://schemas.microsoft.com/office/drawing/2014/main" id="{6DAAC63E-1AAD-0DE6-C6B8-5310F6CC48D5}"/>
              </a:ext>
            </a:extLst>
          </p:cNvPr>
          <p:cNvSpPr/>
          <p:nvPr/>
        </p:nvSpPr>
        <p:spPr>
          <a:xfrm>
            <a:off x="7333488" y="6477330"/>
            <a:ext cx="1005840" cy="18288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85" name="Text 45">
            <a:extLst>
              <a:ext uri="{FF2B5EF4-FFF2-40B4-BE49-F238E27FC236}">
                <a16:creationId xmlns:a16="http://schemas.microsoft.com/office/drawing/2014/main" id="{CB1506AC-3A9E-BD3B-61FB-9BD4FD6EEA60}"/>
              </a:ext>
            </a:extLst>
          </p:cNvPr>
          <p:cNvSpPr/>
          <p:nvPr/>
        </p:nvSpPr>
        <p:spPr>
          <a:xfrm>
            <a:off x="7333488" y="647733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精準受眾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86" name="Shape 46">
            <a:extLst>
              <a:ext uri="{FF2B5EF4-FFF2-40B4-BE49-F238E27FC236}">
                <a16:creationId xmlns:a16="http://schemas.microsoft.com/office/drawing/2014/main" id="{A7BFE729-EE98-837B-833D-467DD34D9A35}"/>
              </a:ext>
            </a:extLst>
          </p:cNvPr>
          <p:cNvSpPr/>
          <p:nvPr/>
        </p:nvSpPr>
        <p:spPr>
          <a:xfrm>
            <a:off x="8430768" y="6477330"/>
            <a:ext cx="1005840" cy="18288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87" name="Text 47">
            <a:extLst>
              <a:ext uri="{FF2B5EF4-FFF2-40B4-BE49-F238E27FC236}">
                <a16:creationId xmlns:a16="http://schemas.microsoft.com/office/drawing/2014/main" id="{9FB89EC2-C1B6-7465-6376-F5427636E07C}"/>
              </a:ext>
            </a:extLst>
          </p:cNvPr>
          <p:cNvSpPr/>
          <p:nvPr/>
        </p:nvSpPr>
        <p:spPr>
          <a:xfrm>
            <a:off x="8430768" y="647733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發票回饋</a:t>
            </a:r>
            <a:endParaRPr kumimoji="0" lang="en-US" altLang="zh-TW" sz="7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88" name="Shape 48">
            <a:extLst>
              <a:ext uri="{FF2B5EF4-FFF2-40B4-BE49-F238E27FC236}">
                <a16:creationId xmlns:a16="http://schemas.microsoft.com/office/drawing/2014/main" id="{622DA714-DC8E-8013-A7C6-6632BCB49363}"/>
              </a:ext>
            </a:extLst>
          </p:cNvPr>
          <p:cNvSpPr/>
          <p:nvPr/>
        </p:nvSpPr>
        <p:spPr>
          <a:xfrm>
            <a:off x="9619488" y="4158609"/>
            <a:ext cx="2322576" cy="2597611"/>
          </a:xfrm>
          <a:prstGeom prst="rect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89" name="Text 49">
            <a:extLst>
              <a:ext uri="{FF2B5EF4-FFF2-40B4-BE49-F238E27FC236}">
                <a16:creationId xmlns:a16="http://schemas.microsoft.com/office/drawing/2014/main" id="{CD94A5E4-7CE2-355A-D324-16F401745AFF}"/>
              </a:ext>
            </a:extLst>
          </p:cNvPr>
          <p:cNvSpPr/>
          <p:nvPr/>
        </p:nvSpPr>
        <p:spPr>
          <a:xfrm>
            <a:off x="9613392" y="4158609"/>
            <a:ext cx="2337816" cy="2506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92075" marR="0" lvl="0" indent="-920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C4C8CE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監測量化：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追蹤酷澎交易規模，作為通路保護與定價追蹤</a:t>
            </a:r>
            <a:endParaRPr kumimoji="0" lang="en-US" altLang="zh-TW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92075" marR="0" lvl="0" indent="-920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C4C8CE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導流正規：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以官方獨家發票回饋（</a:t>
            </a:r>
            <a:r>
              <a:rPr kumimoji="0" lang="en" altLang="zh-TW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momo</a:t>
            </a:r>
            <a:r>
              <a:rPr kumimoji="0" lang="en" altLang="zh-TW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/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官網）、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官方專屬會員積點等發票活動，吸引價格敏感客回流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92075" marR="0" lvl="0" indent="-920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C4C8CE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受眾圈選：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發票圈選酷澎買者至品牌可控通路建立會員關係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92075" marR="0" lvl="0" indent="-920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92075" marR="0" lvl="0" indent="-920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90" name="Shape 50">
            <a:extLst>
              <a:ext uri="{FF2B5EF4-FFF2-40B4-BE49-F238E27FC236}">
                <a16:creationId xmlns:a16="http://schemas.microsoft.com/office/drawing/2014/main" id="{00540537-5EEE-91A8-3FD4-F3BBB13B7A3E}"/>
              </a:ext>
            </a:extLst>
          </p:cNvPr>
          <p:cNvSpPr/>
          <p:nvPr/>
        </p:nvSpPr>
        <p:spPr>
          <a:xfrm>
            <a:off x="9692640" y="6477330"/>
            <a:ext cx="1005840" cy="18288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91" name="Text 51">
            <a:extLst>
              <a:ext uri="{FF2B5EF4-FFF2-40B4-BE49-F238E27FC236}">
                <a16:creationId xmlns:a16="http://schemas.microsoft.com/office/drawing/2014/main" id="{C1C6C498-6E56-30F2-6415-20A917872A2D}"/>
              </a:ext>
            </a:extLst>
          </p:cNvPr>
          <p:cNvSpPr/>
          <p:nvPr/>
        </p:nvSpPr>
        <p:spPr>
          <a:xfrm>
            <a:off x="9692640" y="647733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通路監測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92" name="Shape 26">
            <a:extLst>
              <a:ext uri="{FF2B5EF4-FFF2-40B4-BE49-F238E27FC236}">
                <a16:creationId xmlns:a16="http://schemas.microsoft.com/office/drawing/2014/main" id="{400948A8-96A0-2848-3EE5-49EE3F4A8C42}"/>
              </a:ext>
            </a:extLst>
          </p:cNvPr>
          <p:cNvSpPr/>
          <p:nvPr/>
        </p:nvSpPr>
        <p:spPr>
          <a:xfrm>
            <a:off x="3712464" y="6479650"/>
            <a:ext cx="1005840" cy="18288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93" name="Text 27">
            <a:extLst>
              <a:ext uri="{FF2B5EF4-FFF2-40B4-BE49-F238E27FC236}">
                <a16:creationId xmlns:a16="http://schemas.microsoft.com/office/drawing/2014/main" id="{2518111B-6E3F-F82F-AB76-1DAD037E6CB6}"/>
              </a:ext>
            </a:extLst>
          </p:cNvPr>
          <p:cNvSpPr/>
          <p:nvPr/>
        </p:nvSpPr>
        <p:spPr>
          <a:xfrm>
            <a:off x="3712464" y="647965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發票回饋</a:t>
            </a:r>
            <a:endParaRPr kumimoji="0" lang="en-US" altLang="zh-TW" sz="7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94" name="Shape 26">
            <a:extLst>
              <a:ext uri="{FF2B5EF4-FFF2-40B4-BE49-F238E27FC236}">
                <a16:creationId xmlns:a16="http://schemas.microsoft.com/office/drawing/2014/main" id="{08C26776-F8B8-F8A8-35F2-EE1EFFFC7924}"/>
              </a:ext>
            </a:extLst>
          </p:cNvPr>
          <p:cNvSpPr/>
          <p:nvPr/>
        </p:nvSpPr>
        <p:spPr>
          <a:xfrm>
            <a:off x="4983480" y="6473742"/>
            <a:ext cx="1005840" cy="18288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95" name="Text 27">
            <a:extLst>
              <a:ext uri="{FF2B5EF4-FFF2-40B4-BE49-F238E27FC236}">
                <a16:creationId xmlns:a16="http://schemas.microsoft.com/office/drawing/2014/main" id="{2E41A465-2C14-641D-FCCD-89BFFAFB1499}"/>
              </a:ext>
            </a:extLst>
          </p:cNvPr>
          <p:cNvSpPr/>
          <p:nvPr/>
        </p:nvSpPr>
        <p:spPr>
          <a:xfrm>
            <a:off x="4983480" y="647374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會員留存</a:t>
            </a:r>
            <a:endParaRPr kumimoji="0" lang="en-US" altLang="zh-TW" sz="7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96" name="Shape 46">
            <a:extLst>
              <a:ext uri="{FF2B5EF4-FFF2-40B4-BE49-F238E27FC236}">
                <a16:creationId xmlns:a16="http://schemas.microsoft.com/office/drawing/2014/main" id="{7DF0FAF5-B7E7-80BE-37D5-BE7F68F4BF83}"/>
              </a:ext>
            </a:extLst>
          </p:cNvPr>
          <p:cNvSpPr/>
          <p:nvPr/>
        </p:nvSpPr>
        <p:spPr>
          <a:xfrm>
            <a:off x="10780776" y="6473742"/>
            <a:ext cx="1005840" cy="18288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72FCEB40-7248-1AD7-51A5-9D2381AD9533}"/>
              </a:ext>
            </a:extLst>
          </p:cNvPr>
          <p:cNvSpPr/>
          <p:nvPr/>
        </p:nvSpPr>
        <p:spPr>
          <a:xfrm>
            <a:off x="10780776" y="647374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7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精準受眾</a:t>
            </a:r>
            <a:endParaRPr kumimoji="0" lang="en-US" altLang="zh-TW" sz="7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106" name="Shape 47">
            <a:extLst>
              <a:ext uri="{FF2B5EF4-FFF2-40B4-BE49-F238E27FC236}">
                <a16:creationId xmlns:a16="http://schemas.microsoft.com/office/drawing/2014/main" id="{9E98A9BA-8818-129D-1657-6D4F58F56F48}"/>
              </a:ext>
            </a:extLst>
          </p:cNvPr>
          <p:cNvSpPr/>
          <p:nvPr/>
        </p:nvSpPr>
        <p:spPr>
          <a:xfrm>
            <a:off x="182880" y="1093903"/>
            <a:ext cx="11759184" cy="297846"/>
          </a:xfrm>
          <a:prstGeom prst="rect">
            <a:avLst/>
          </a:prstGeom>
          <a:solidFill>
            <a:srgbClr val="202539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104" name="Text 23">
            <a:extLst>
              <a:ext uri="{FF2B5EF4-FFF2-40B4-BE49-F238E27FC236}">
                <a16:creationId xmlns:a16="http://schemas.microsoft.com/office/drawing/2014/main" id="{13D5307A-579A-F5B2-5AD3-83B5BB882497}"/>
              </a:ext>
            </a:extLst>
          </p:cNvPr>
          <p:cNvSpPr/>
          <p:nvPr/>
        </p:nvSpPr>
        <p:spPr>
          <a:xfrm>
            <a:off x="237744" y="1094254"/>
            <a:ext cx="1161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關鍵資訊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108" name="Text 42">
            <a:extLst>
              <a:ext uri="{FF2B5EF4-FFF2-40B4-BE49-F238E27FC236}">
                <a16:creationId xmlns:a16="http://schemas.microsoft.com/office/drawing/2014/main" id="{E4928BC6-FFF3-63B8-A397-1DA6A3CA6124}"/>
              </a:ext>
            </a:extLst>
          </p:cNvPr>
          <p:cNvSpPr/>
          <p:nvPr/>
        </p:nvSpPr>
        <p:spPr>
          <a:xfrm>
            <a:off x="192024" y="1399222"/>
            <a:ext cx="2286000" cy="22552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客數流失，留存率僅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20%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momo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客數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-18.6%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，留存率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20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％（低於市場均值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36%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），流失主因為品類使用停止（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69%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）而非競品搶奪，不是產品不好而是沒人提醒他再買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momo</a:t>
            </a:r>
            <a:r>
              <a:rPr kumimoji="0" lang="en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 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為最大營收通路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momo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貢獻</a:t>
            </a:r>
            <a:r>
              <a:rPr kumimoji="0" lang="en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MD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醫之方主要營收份額，</a:t>
            </a:r>
            <a:r>
              <a:rPr kumimoji="0" lang="en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RPC 2,517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元，其中舊客</a:t>
            </a:r>
            <a:r>
              <a:rPr kumimoji="0" lang="en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RPC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達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3,243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元（貼近通路均值 </a:t>
            </a:r>
            <a:r>
              <a:rPr kumimoji="0" lang="en-US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3,253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元），顯示 </a:t>
            </a:r>
            <a:r>
              <a:rPr kumimoji="0" lang="en" altLang="zh-TW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momo</a:t>
            </a:r>
            <a:r>
              <a:rPr kumimoji="0" lang="en" altLang="zh-TW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 </a:t>
            </a:r>
            <a:r>
              <a:rPr kumimoji="0" lang="zh-TW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留下來的人願意花錢，是產品線深度佈局的首選陣地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469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佈景主題">
  <a:themeElements>
    <a:clrScheme name="自訂 2">
      <a:dk1>
        <a:srgbClr val="000000"/>
      </a:dk1>
      <a:lt1>
        <a:srgbClr val="FFFFFF"/>
      </a:lt1>
      <a:dk2>
        <a:srgbClr val="373B4F"/>
      </a:dk2>
      <a:lt2>
        <a:srgbClr val="DBEFF9"/>
      </a:lt2>
      <a:accent1>
        <a:srgbClr val="5B8FF9"/>
      </a:accent1>
      <a:accent2>
        <a:srgbClr val="41C590"/>
      </a:accent2>
      <a:accent3>
        <a:srgbClr val="5D6F92"/>
      </a:accent3>
      <a:accent4>
        <a:srgbClr val="F5BD15"/>
      </a:accent4>
      <a:accent5>
        <a:srgbClr val="F28165"/>
      </a:accent5>
      <a:accent6>
        <a:srgbClr val="946DFF"/>
      </a:accent6>
      <a:hlink>
        <a:srgbClr val="F49100"/>
      </a:hlink>
      <a:folHlink>
        <a:srgbClr val="85DFD0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引客報告 - 範本 [自動儲存]" id="{196B3AE8-2E7C-B140-B627-E3CB2DD9349B}" vid="{B20674D5-0ABF-8943-BB95-C8468EECAEE4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1178</Words>
  <Application>Microsoft Macintosh PowerPoint</Application>
  <PresentationFormat>寬螢幕</PresentationFormat>
  <Paragraphs>74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</vt:i4>
      </vt:variant>
    </vt:vector>
  </HeadingPairs>
  <TitlesOfParts>
    <vt:vector size="12" baseType="lpstr">
      <vt:lpstr>Microsoft JhengHei</vt:lpstr>
      <vt:lpstr>PingFang TC</vt:lpstr>
      <vt:lpstr>PingFang TC Light</vt:lpstr>
      <vt:lpstr>PingFang TC Medium</vt:lpstr>
      <vt:lpstr>PingFang TC Semibold</vt:lpstr>
      <vt:lpstr>Arial</vt:lpstr>
      <vt:lpstr>Calibri</vt:lpstr>
      <vt:lpstr>Trebuchet MS</vt:lpstr>
      <vt:lpstr>Office Theme</vt:lpstr>
      <vt:lpstr>2_Office 佈景主題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台塑生醫MD醫之方 BCG策略建議（通路×新舊客版）</dc:title>
  <dc:subject>PptxGenJS Presentation</dc:subject>
  <dc:creator>invosData</dc:creator>
  <cp:lastModifiedBy>千雅 袁</cp:lastModifiedBy>
  <cp:revision>54</cp:revision>
  <dcterms:created xsi:type="dcterms:W3CDTF">2026-04-08T15:57:25Z</dcterms:created>
  <dcterms:modified xsi:type="dcterms:W3CDTF">2026-04-22T09:42:16Z</dcterms:modified>
</cp:coreProperties>
</file>