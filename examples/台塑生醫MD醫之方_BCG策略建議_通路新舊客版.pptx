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1216152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280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台塑生醫MD醫之方益生菌｜BCG 策略矩陣（通路 × 新舊客視角）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4572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2512MAT｜invosData 引客數據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" y="51206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← 掌握度低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429000" y="512064"/>
            <a:ext cx="3154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4748B"/>
                </a:solidFill>
              </a:rPr>
              <a:t>掌握度高 →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82880" y="713232"/>
            <a:ext cx="3154680" cy="2926080"/>
          </a:xfrm>
          <a:prstGeom prst="rect">
            <a:avLst/>
          </a:prstGeom>
          <a:solidFill>
            <a:srgbClr val="171C2A"/>
          </a:solidFill>
          <a:ln w="19050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713232"/>
            <a:ext cx="3154680" cy="3200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7132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🐶  Dogs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" y="1097280"/>
            <a:ext cx="295351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1D5DB"/>
                </a:solidFill>
              </a:rPr>
              <a:t>酷澎水貨稀釋品牌溢價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酷澎MD醫之方客數暴增3.7倍至855人，但RPC僅1,160元，為momo的46%，低價定位中長期稀釋品牌價值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1D5DB"/>
                </a:solidFill>
              </a:rPr>
              <a:t>非授權通路銷額佔比急升至17%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酷澎銷額YoY+288%，品牌無法管控品質與價格，高回購率35%反映的是價格敏感者穩定性而非品牌忠誠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713232"/>
            <a:ext cx="3154680" cy="2926080"/>
          </a:xfrm>
          <a:prstGeom prst="rect">
            <a:avLst/>
          </a:prstGeom>
          <a:solidFill>
            <a:srgbClr val="101825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713232"/>
            <a:ext cx="3154680" cy="3200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71323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🐮  Cash Cow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38728" y="1097280"/>
            <a:ext cx="295351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momo 為最大營收通路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momo營收207萬佔品牌主要份額，RPC 2,517元為各通路最高，舊客RPC達3,243元，全市場均消3,679元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客數三年持續流失，留存率僅20%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momo客數-18.6%，品牌新客591人、舊客230人，流失主因為品類使用停止(69%)而非競品搶奪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2880" y="3730752"/>
            <a:ext cx="3154680" cy="2926080"/>
          </a:xfrm>
          <a:prstGeom prst="rect">
            <a:avLst/>
          </a:prstGeom>
          <a:solidFill>
            <a:srgbClr val="130E22"/>
          </a:solidFill>
          <a:ln w="19050">
            <a:solidFill>
              <a:srgbClr val="933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3730752"/>
            <a:ext cx="3154680" cy="32004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7307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❓  Question Marks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" y="4114800"/>
            <a:ext cx="295351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</a:rPr>
              <a:t>康是美逆勢成長但留存結構不穩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康是美MD客數+32.8%、營收+37.3%，但88%為新客，回購率僅11.9%，成長靠新客堆砌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</a:rPr>
              <a:t>品類新客獲取力道正在減弱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市場整體新客數-1%，好好生醫新客+95%正快速截獲，MD醫之方新客+5%但60%買者次年離開品類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3730752"/>
            <a:ext cx="3154680" cy="2926080"/>
          </a:xfrm>
          <a:prstGeom prst="rect">
            <a:avLst/>
          </a:prstGeom>
          <a:solidFill>
            <a:srgbClr val="1A1208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29000" y="3730752"/>
            <a:ext cx="315468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7307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⭐  Star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538728" y="4114800"/>
            <a:ext cx="2953512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DE68A"/>
                </a:solidFill>
              </a:rPr>
              <a:t>舊客留存×回購深化是最高槓桿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舊客人均年消費$2,800為新客2倍，留存率僅22%，每提升1%留存率的效益遠大於等量新客投入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DE68A"/>
                </a:solidFill>
              </a:rPr>
              <a:t>競品轉換客+14%，可識別受眾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主要互動品牌為BHK's、善存，與多數品牌微幅淨流入；發票可識別跨品牌購買者精準定向投放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66821" y="713232"/>
            <a:ext cx="32918" cy="5943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82880" y="3668573"/>
            <a:ext cx="6400800" cy="3291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512064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94A3B8"/>
                </a:solidFill>
              </a:rPr>
              <a:t>策略定位說明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49440" y="713232"/>
            <a:ext cx="5074920" cy="1417320"/>
          </a:xfrm>
          <a:prstGeom prst="rect">
            <a:avLst/>
          </a:prstGeom>
          <a:solidFill>
            <a:srgbClr val="232C4A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49440" y="713232"/>
            <a:ext cx="5074920" cy="246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713232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⭐  STAR（留存提升 = 最高效益成長引擎）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086600" y="987552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舊客人均消費為新客2倍，但留存率僅22%。競品客+14%表現佳。投入留存與轉換機制，短期即可變現。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086600" y="1307592"/>
            <a:ext cx="4818888" cy="2011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86600" y="1335024"/>
            <a:ext cx="4818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關鍵資訊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086600" y="1508760"/>
            <a:ext cx="481888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舊客留存：momo留存率20%→若提升至30%，年營收增幅遠大於等量新客投入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競品轉換：BHK's/善存互動最頻繁，發票可識別交叉購買者，精準投放轉換廣告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949440" y="2221992"/>
            <a:ext cx="5074920" cy="1417320"/>
          </a:xfrm>
          <a:prstGeom prst="rect">
            <a:avLst/>
          </a:prstGeom>
          <a:solidFill>
            <a:srgbClr val="232C4A"/>
          </a:solidFill>
          <a:ln w="25400">
            <a:solidFill>
              <a:srgbClr val="9333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949440" y="2221992"/>
            <a:ext cx="5074920" cy="24688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0880" y="2221992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❓  Question Mark（新客入口需轉化為留存路徑）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86600" y="2496312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康是美+32.8%逆勢成長但88%為新客，品類新客60%次年離開。新客入口成立但缺乏回購銜接機制。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086600" y="2816352"/>
            <a:ext cx="4818888" cy="20117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86600" y="2843784"/>
            <a:ext cx="4818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33EA"/>
                </a:solidFill>
              </a:rPr>
              <a:t>關鍵資訊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086600" y="3017520"/>
            <a:ext cx="481888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康是美入口：RPC僅1,317元，同群買者全市場年均2,416元，MD只拿到55%份額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新客留存：首購後缺乏回購觸發機制，需設計從線下首購導流線上複購的閉環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949440" y="3730752"/>
            <a:ext cx="5074920" cy="1417320"/>
          </a:xfrm>
          <a:prstGeom prst="rect">
            <a:avLst/>
          </a:prstGeom>
          <a:solidFill>
            <a:srgbClr val="232C4A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49440" y="3730752"/>
            <a:ext cx="5074920" cy="2468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40880" y="3730752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🐮  Cash Cow（守住momo高價值基本盤）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086600" y="4005072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momo是MD醫之方RPC最高通路(2,517元)，全市場均消3,679元。問題不在消費力，在於留不住買者。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086600" y="4325112"/>
            <a:ext cx="4818888" cy="2011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86600" y="4352544"/>
            <a:ext cx="4818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C5FD"/>
                </a:solidFill>
              </a:rPr>
              <a:t>關鍵資訊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086600" y="4526280"/>
            <a:ext cx="481888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止流失：流失主因為「品類使用停止」(69%)非競品搶奪，再行銷應以喚醒品類需求為主軸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提留存：建立定期購/組合包/補貨提醒，將留存率從20%升至30%的效益最大化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949440" y="5239512"/>
            <a:ext cx="5074920" cy="1417320"/>
          </a:xfrm>
          <a:prstGeom prst="rect">
            <a:avLst/>
          </a:prstGeom>
          <a:solidFill>
            <a:srgbClr val="232C4A"/>
          </a:solidFill>
          <a:ln w="25400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949440" y="5239512"/>
            <a:ext cx="5074920" cy="24688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5239512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🐶  Dogs（酷澎水貨止血，勿被動接受）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7086600" y="5513832"/>
            <a:ext cx="4818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酷澎銷額佔比升至17%、客數暴增3.7倍，但RPC僅momo的46%。高回購率是價格驅動而非品牌忠誠。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086600" y="5833872"/>
            <a:ext cx="4818888" cy="20117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86600" y="5861304"/>
            <a:ext cx="4818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CA3AF"/>
                </a:solidFill>
              </a:rPr>
              <a:t>關鍵資訊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086600" y="6035040"/>
            <a:ext cx="481888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監測量化：追蹤酷澎非授權交易規模，作為通路保護與定價協商的談判籌碼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E2E8F0"/>
                </a:solidFill>
              </a:rPr>
              <a:t>導流正規：透過官方通路獨家優惠（momo/91APP），將價格敏感客導回品牌可控通路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1170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台塑生醫MD醫之方品牌策略分析｜當前瓶頸 × 核心機會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457200"/>
            <a:ext cx="2322576" cy="685800"/>
          </a:xfrm>
          <a:prstGeom prst="rect">
            <a:avLst/>
          </a:prstGeom>
          <a:solidFill>
            <a:srgbClr val="1C2440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57200"/>
            <a:ext cx="2322576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momo 電商主力陣地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7744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最大營收通路・高RPC客群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" y="877824"/>
            <a:ext cx="219456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914400"/>
            <a:ext cx="155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🐮 Cash Cow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37744" y="91440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營收207萬 | 客數-18.6%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542032" y="457200"/>
            <a:ext cx="2322576" cy="685800"/>
          </a:xfrm>
          <a:prstGeom prst="rect">
            <a:avLst/>
          </a:prstGeom>
          <a:solidFill>
            <a:srgbClr val="1C2440"/>
          </a:solidFill>
          <a:ln w="1016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457200"/>
            <a:ext cx="2322576" cy="457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康是美×寶雅藥妝入口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96896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新客滲透・品牌首次接觸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96896" y="877824"/>
            <a:ext cx="2194560" cy="1828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6896" y="914400"/>
            <a:ext cx="155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333EA"/>
                </a:solidFill>
              </a:rPr>
              <a:t>❓ Question Mark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96896" y="91440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逆勢+32.8% | 留存11.9%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901184" y="457200"/>
            <a:ext cx="2322576" cy="685800"/>
          </a:xfrm>
          <a:prstGeom prst="rect">
            <a:avLst/>
          </a:prstGeom>
          <a:solidFill>
            <a:srgbClr val="1C244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01184" y="457200"/>
            <a:ext cx="2322576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舊客留存 × 回購深化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56048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22%留存→提升回購・深化LTV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56048" y="877824"/>
            <a:ext cx="219456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914400"/>
            <a:ext cx="155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⭐ Star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56048" y="91440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舊客$2,800 | 潛力最大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260336" y="457200"/>
            <a:ext cx="2322576" cy="685800"/>
          </a:xfrm>
          <a:prstGeom prst="rect">
            <a:avLst/>
          </a:prstGeom>
          <a:solidFill>
            <a:srgbClr val="1C244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60336" y="457200"/>
            <a:ext cx="2322576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0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競品轉換客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5200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BHK's / 善存 → MD醫之方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15200" y="877824"/>
            <a:ext cx="219456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914400"/>
            <a:ext cx="155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⭐ Star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315200" y="91440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競品客+14% | 可識別受眾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619488" y="457200"/>
            <a:ext cx="2322576" cy="685800"/>
          </a:xfrm>
          <a:prstGeom prst="rect">
            <a:avLst/>
          </a:prstGeom>
          <a:solidFill>
            <a:srgbClr val="1C2440"/>
          </a:solidFill>
          <a:ln w="10160">
            <a:solidFill>
              <a:srgbClr val="6B728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19488" y="457200"/>
            <a:ext cx="2322576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74352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酷澎水貨×品牌溢價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9674352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非授權通路治理・導流正規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674352" y="877824"/>
            <a:ext cx="2194560" cy="1828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74352" y="914400"/>
            <a:ext cx="155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🐶 Dogs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9674352" y="914400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佔比17% | RPC僅1,160元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82880" y="1170432"/>
            <a:ext cx="11795760" cy="246888"/>
          </a:xfrm>
          <a:prstGeom prst="rect">
            <a:avLst/>
          </a:prstGeom>
          <a:solidFill>
            <a:srgbClr val="1F0909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1170432"/>
            <a:ext cx="1161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當前瓶頸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82880" y="141732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" y="149961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momo客數三年持續流失(-18.6%)，品牌新客591人、舊客230人，新客補充同步縮減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momo通路留存率僅20%，每年大量高價值客群靜默流出，流失69%完全離開益生菌品類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momo佔通路份額Y25首次滑落至7.6%，MD醫之方缺乏貨架競爭力與曝光策略的重新評估  </a:t>
            </a:r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p.45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42032" y="141732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15184" y="149961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康是美88%為新客，回購率僅11.9%，每年近九成客人不再回購，成長靠新客堆砌而非留存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p.46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RPC 1,317元，同群買者全市場年均2,416元，MD醫之方僅拿到這群買者約55%的益生菌份額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p.46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康是美主要競品為BHK's(佔15%)、倍適，寶雅為新普利(佔20%)、我的健康日記(佔12%)，品牌貨架競爭激烈  </a:t>
            </a:r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p.18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01184" y="141732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74336" y="149961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品牌買者留存率僅22%，60%前期買者當期完全離開益生菌品類，多數為嘗試性質購買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p.32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舊客數、人均次數同步下滑，既有買者銷額佔比33%但人數持續減少，高價值客群正在流失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p.33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新客/競品客人均年消費約$1,400、舊客約$2,800，差距2倍但缺乏將新客轉化為舊客的機制  </a:t>
            </a:r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p.33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260336" y="141732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33488" y="149961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MD醫之方與競品互動度偏低，品牌買者中競品來源僅佔18%，轉換客規模有限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p.33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流出至BHK's、善存的買者單次金偏高(BHK's $1,438/善存 $820)，品牌差異化說服力不足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在momo新客＆競品客數及銷額均下滑，新客銷額-16%、競品客銷額-22%，電商截獲能力弱化  </a:t>
            </a:r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p.39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619488" y="141732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692640" y="149961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酷澎客數暴增3.7倍至855人(超越momo 821人)，成為Y25 MD醫之方客數最多通路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p.44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酷澎RPC 1,160元僅為momo的46%，低價定位中長期有稀釋品牌溢價的風險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p.44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品牌無法管控酷澎水貨品質，銷額佔比從&lt;5%急升至17%，品牌形象與定價秩序正被侵蝕  </a:t>
            </a:r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p.27, 44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82880" y="3547872"/>
            <a:ext cx="11795760" cy="246888"/>
          </a:xfrm>
          <a:prstGeom prst="rect">
            <a:avLst/>
          </a:prstGeom>
          <a:solidFill>
            <a:srgbClr val="091F09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3547872"/>
            <a:ext cx="1161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核心機會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82880" y="379476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6032" y="387705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momo MD客全市場均消3,679元為各通路最高，消費力強但留不住；建立回購機制是第一優先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流失主因為「品類使用停止」(69%)非競品搶奪，再行銷以喚醒品類需求為主軸，成本低於拉新客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p.45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舊客RPC 3,243元、購頻1.56次，留存率從20%升至30%的營收增幅遠大於等量新客投入  </a:t>
            </a:r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p.45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42032" y="379476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15184" y="387705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康是美定位為「首購體驗入口」，88%新客代表品牌正在做大規模滲透，問題是首購後無銜接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p.46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包裝加QR code導流momo/91APP線上複購，讓低客單入口轉化為高LTV私域會員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p.46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寶雅MD份額Y25升至7%，與康是美共同構建線下新客入口矩陣，擴大品牌首次接觸的觸及面  </a:t>
            </a:r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p.18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901184" y="379476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74336" y="387705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22%留存率有巨大提升空間——每提升1%留存率=固定增加高價值$2,800/年客群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p.32, 33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舊客45歲以上佔比高於市場、男性佔比略高，可針對熟齡族群設計專屬回購方案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p.41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momo舊客RPC 3,243元vs新客2,234元(高出45%)，留住1個舊客的價值 ≈ 獲取2.3個新客  </a:t>
            </a:r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p.45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260336" y="379476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33488" y="387705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MD醫之方與BHK's、善存互動最頻繁，與多數品牌微幅淨流入，轉換潛力有基礎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p.40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新客獲取+吸引競品客表現同步正成長，表示品牌行銷曝光同時觸及了新客與考慮轉換者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p.38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康是美約22%買者同期購買競品(BHK's/葡萄王/倍適)，可識別跨品牌嘗試者精準再行銷  </a:t>
            </a:r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p.46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619488" y="3794760"/>
            <a:ext cx="2322576" cy="208483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92640" y="3877056"/>
            <a:ext cx="217627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酷澎回購率35.4%優於momo 20%、康是美12%，反證MD醫之方產品力夠，問題在通路而非產品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p.44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酷澎對momo直接蠶食有限(重疊&lt;3%)，客群購買動機以價格驅動為主，可透過官方通路獨家優惠導流  </a:t>
            </a:r>
            <a:pPr indent="0" marL="0">
              <a:spcAft>
                <a:spcPts val="350"/>
              </a:spcAft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p.44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量化酷澎非授權交易規模，建立灰色市場侵蝕數據，作為保護官方定價的通路協商籌碼  </a:t>
            </a:r>
            <a:pPr indent="0" marL="0">
              <a:buNone/>
            </a:pPr>
            <a:r>
              <a:rPr lang="en-US" sz="700" i="1" dirty="0">
                <a:solidFill>
                  <a:srgbClr val="64748B"/>
                </a:solidFill>
              </a:rPr>
              <a:t>報告 p.27, 44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91440"/>
            <a:ext cx="1170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台塑生醫MD醫之方品牌策略分析｜行動建議 × invosData 數據解決方案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457200"/>
            <a:ext cx="2322576" cy="475488"/>
          </a:xfrm>
          <a:prstGeom prst="rect">
            <a:avLst/>
          </a:prstGeom>
          <a:solidFill>
            <a:srgbClr val="1C2440"/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457200"/>
            <a:ext cx="2322576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momo 電商主力陣地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7744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最大營收通路・高RPC客群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42032" y="457200"/>
            <a:ext cx="2322576" cy="475488"/>
          </a:xfrm>
          <a:prstGeom prst="rect">
            <a:avLst/>
          </a:prstGeom>
          <a:solidFill>
            <a:srgbClr val="1C2440"/>
          </a:solidFill>
          <a:ln w="10160">
            <a:solidFill>
              <a:srgbClr val="933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42032" y="457200"/>
            <a:ext cx="2322576" cy="4572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康是美×寶雅藥妝入口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96896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新客滲透・品牌首次接觸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901184" y="457200"/>
            <a:ext cx="2322576" cy="475488"/>
          </a:xfrm>
          <a:prstGeom prst="rect">
            <a:avLst/>
          </a:prstGeom>
          <a:solidFill>
            <a:srgbClr val="1C244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01184" y="457200"/>
            <a:ext cx="2322576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舊客留存 × 回購深化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6048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22%留存→提升回購・深化LTV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260336" y="457200"/>
            <a:ext cx="2322576" cy="475488"/>
          </a:xfrm>
          <a:prstGeom prst="rect">
            <a:avLst/>
          </a:prstGeom>
          <a:solidFill>
            <a:srgbClr val="1C2440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0336" y="457200"/>
            <a:ext cx="2322576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競品轉換客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0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BHK's / 善存 → MD醫之方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619488" y="457200"/>
            <a:ext cx="2322576" cy="475488"/>
          </a:xfrm>
          <a:prstGeom prst="rect">
            <a:avLst/>
          </a:prstGeom>
          <a:solidFill>
            <a:srgbClr val="1C2440"/>
          </a:solidFill>
          <a:ln w="1016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19488" y="457200"/>
            <a:ext cx="2322576" cy="457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74352" y="512064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酷澎水貨×品牌溢價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74352" y="713232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非授權通路治理・導流正規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" y="950976"/>
            <a:ext cx="11795760" cy="246888"/>
          </a:xfrm>
          <a:prstGeom prst="rect">
            <a:avLst/>
          </a:prstGeom>
          <a:solidFill>
            <a:srgbClr val="1A100A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950976"/>
            <a:ext cx="1161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行動建議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82880" y="1197864"/>
            <a:ext cx="2322576" cy="190195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1271016"/>
            <a:ext cx="21762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建立momo定期購/組合包機制，針對「品類使用停止」流失者設計喚醒序列：購後30天/60天/90天自動推送補貨提醒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圈選「momo MD醫之方買者×近半年未回購」精準受眾，投放品類需求喚醒廣告（而非折扣廣告），重建使用習慣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針對momo舊客RPC 3,243元高消費力群設計「年度養護計畫」，以訂閱制鎖定年度消費、提升留存率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2862072"/>
            <a:ext cx="100584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舊客留存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1353312" y="2862072"/>
            <a:ext cx="100584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53312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品類喚醒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42032" y="1197864"/>
            <a:ext cx="2322576" cy="190195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15184" y="1271016"/>
            <a:ext cx="21762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將康是美定位為「品牌首購體驗入口」：包裝加QR code→掃碼上傳發票→加入MD醫之方LINE會員→推送momo/91APP次購優惠券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針對康是美22%同期買競品的新客，設計首購後7天內推送「MD醫之方專屬體驗回饋」，搶在競品固化前二次觸達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在寶雅持續擴大鋪貨（份額已升至7%），與康是美共同構建線下新客入口矩陣，擴大品牌觸及面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15184" y="2862072"/>
            <a:ext cx="1005840" cy="18288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15184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新客導流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712464" y="2862072"/>
            <a:ext cx="100584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12464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私域銜接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901184" y="1197864"/>
            <a:ext cx="2322576" cy="190195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74336" y="1271016"/>
            <a:ext cx="21762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建立「補貨週期計算」自動化引擎：依買者購買頻率（舊客平均1.56次/年）預估用罄時間，提前推送LINE/簡訊提醒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針對45歲以上×男性舊客（MD醫之方獨有的高佔比客群）設計專屬熟齡保健組合，差異化留客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設定舊客回購觸發閾值：第2次購買後自動觸發會員升級禮遇，第3次購買後推送年度訂閱優惠方案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74336" y="2862072"/>
            <a:ext cx="100584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74336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留存提升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071616" y="2862072"/>
            <a:ext cx="100584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LTV深化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260336" y="1197864"/>
            <a:ext cx="2322576" cy="190195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33488" y="1271016"/>
            <a:ext cx="21762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以發票識別「同期購買BHK's/善存×MD醫之方」的交叉購買者，定向投放MD醫之方差異化廣告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在康是美競品貨架鄰近位置加強MD醫之方露出，搶佔「比較購買」場景的最後一哩決策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設計「轉換體驗包」：首次從競品轉購MD醫之方的買者，提供次購專屬優惠，降低轉換摩擦並建立回購習慣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33488" y="2862072"/>
            <a:ext cx="100584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33488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競品轉換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430768" y="2862072"/>
            <a:ext cx="100584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30768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精準投放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9619488" y="1197864"/>
            <a:ext cx="2322576" cy="1901952"/>
          </a:xfrm>
          <a:prstGeom prst="rect">
            <a:avLst/>
          </a:prstGeom>
          <a:solidFill>
            <a:srgbClr val="232C4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92640" y="1271016"/>
            <a:ext cx="21762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以invos API持續監測酷澎MD醫之方交易量與價格走勢，量化灰色市場規模，作為通路保護談判籌碼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在momo/91APP官方通路推出「正品保證獨家組合」，以官方專屬附加價值（會員積點/售後保障）吸引價格敏感客回流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</a:rPr>
              <a:t>建立酷澎→momo導流機制：酷澎買者掃碼發現「官方通路獨家加贈」優惠，引導至品牌可控通路建立會員關係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692640" y="2862072"/>
            <a:ext cx="1005840" cy="1828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92640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通路治理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0789920" y="2862072"/>
            <a:ext cx="100584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789920" y="2862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導流正規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82880" y="3136392"/>
            <a:ext cx="11795760" cy="246888"/>
          </a:xfrm>
          <a:prstGeom prst="rect">
            <a:avLst/>
          </a:prstGeom>
          <a:solidFill>
            <a:srgbClr val="090F0D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3136392"/>
            <a:ext cx="1161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DE80"/>
                </a:solidFill>
              </a:rPr>
              <a:t>▶  invosData 數據解決方案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82880" y="3383280"/>
            <a:ext cx="2322576" cy="2852928"/>
          </a:xfrm>
          <a:prstGeom prst="rect">
            <a:avLst/>
          </a:prstGeom>
          <a:solidFill>
            <a:srgbClr val="0E122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46888" y="3474720"/>
            <a:ext cx="141732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6888" y="34747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Insight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246888" y="367588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momo通路月報：追蹤MD醫之方在momo的銷售額、客數、份額變化，量化流失速度與競品滲透（BHK's/善存排名變動），提供預警與策略調整依據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46888" y="4343400"/>
            <a:ext cx="14173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6888" y="43434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Media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246888" y="45445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品類喚醒再行銷：圈選「momo購MD醫之方×近半年未購益生菌」的品類流失者，投放品類需求喚醒廣告，量化回購轉換率與ROAS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46888" y="5212080"/>
            <a:ext cx="14173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6888" y="5212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API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46888" y="54132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momo會員整合：momo購買者上傳發票加入MD醫之方私域，依購買頻率自動推送補貨提醒，將單次購買轉化為長期訂閱關係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2542032" y="3383280"/>
            <a:ext cx="2322576" cy="2852928"/>
          </a:xfrm>
          <a:prstGeom prst="rect">
            <a:avLst/>
          </a:prstGeom>
          <a:solidFill>
            <a:srgbClr val="0E122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606040" y="3474720"/>
            <a:ext cx="14173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606040" y="34747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Media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2606040" y="367588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藥妝新客精準再行銷：圈選「康是美/寶雅購MD醫之方×首購30天內」受眾，投放momo/91APP次購優惠廣告，搶在競品固化前完成二次觸達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606040" y="4343400"/>
            <a:ext cx="14173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606040" y="43434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API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2606040" y="45445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線下→線上導流閉環：康是美/寶雅首購者掃碼加入LINE會員，自動觸發線上通路次購優惠券，將低RPC入口客轉化為高LTV私域會員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2606040" y="5212080"/>
            <a:ext cx="141732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606040" y="5212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Insight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2606040" y="54132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藥妝通路洞察：監測MD醫之方在康是美/寶雅的份額變動、競品排名（BHK's/倍適/新普利），識別最佳鋪貨策略與促銷時機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4901184" y="3383280"/>
            <a:ext cx="2322576" cy="2852928"/>
          </a:xfrm>
          <a:prstGeom prst="rect">
            <a:avLst/>
          </a:prstGeom>
          <a:solidFill>
            <a:srgbClr val="0E122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965192" y="3474720"/>
            <a:ext cx="14173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965192" y="34747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API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4965192" y="367588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補貨週期自動化：依每位會員購買頻率計算補貨時點，提前7天推送LINE/簡訊補貨提醒，將被動回購轉為主動留客，目標留存率22%→30%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965192" y="4343400"/>
            <a:ext cx="14173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65192" y="43434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Media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4965192" y="45445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舊客專屬投放：圈選「MD醫之方2次以上購買×近期未回購」精準受眾，投放年度養護訂閱方案廣告，量化舊客喚回的ROAS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4965192" y="5212080"/>
            <a:ext cx="141732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65192" y="5212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Insight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4965192" y="54132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留存漏斗分析：追蹤新客→二購→三購各階段轉化率，識別流失關鍵節點（首購後60天/90天），持續優化觸發時機與內容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7260336" y="3383280"/>
            <a:ext cx="2322576" cy="2852928"/>
          </a:xfrm>
          <a:prstGeom prst="rect">
            <a:avLst/>
          </a:prstGeom>
          <a:solidFill>
            <a:srgbClr val="0E122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324344" y="3474720"/>
            <a:ext cx="141732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324344" y="34747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Insight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7324344" y="367588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競品流動追蹤：量化BHK's/善存買者中曾購MD醫之方的比例，追蹤雙向流動規模，識別可轉換客群大小與最佳轉換窗口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7324344" y="4343400"/>
            <a:ext cx="14173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24344" y="43434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Media</a:t>
            </a:r>
            <a:endParaRPr lang="en-US" sz="750" dirty="0"/>
          </a:p>
        </p:txBody>
      </p:sp>
      <p:sp>
        <p:nvSpPr>
          <p:cNvPr id="94" name="Text 92"/>
          <p:cNvSpPr/>
          <p:nvPr/>
        </p:nvSpPr>
        <p:spPr>
          <a:xfrm>
            <a:off x="7324344" y="45445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競品受眾精準截獲：圈選「購BHK's/善存×同期或近期購益生菌」交叉買者，定向投放MD醫之方差異化廣告，優先鎖定最高轉換潛力群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7324344" y="5212080"/>
            <a:ext cx="14173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324344" y="5212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API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7324344" y="54132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轉換後私域留存：競品轉換首購後加入MD醫之方私域，啟動新會員專屬養成序列，建立品牌黏性、阻止回流競品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9619488" y="3383280"/>
            <a:ext cx="2322576" cy="2852928"/>
          </a:xfrm>
          <a:prstGeom prst="rect">
            <a:avLst/>
          </a:prstGeom>
          <a:solidFill>
            <a:srgbClr val="0E122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683496" y="3474720"/>
            <a:ext cx="141732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683496" y="34747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Insight</a:t>
            </a:r>
            <a:endParaRPr lang="en-US" sz="750" dirty="0"/>
          </a:p>
        </p:txBody>
      </p:sp>
      <p:sp>
        <p:nvSpPr>
          <p:cNvPr id="101" name="Text 99"/>
          <p:cNvSpPr/>
          <p:nvPr/>
        </p:nvSpPr>
        <p:spPr>
          <a:xfrm>
            <a:off x="9683496" y="367588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非授權通路偵測：持續監測酷澎MD醫之方交易量、價格與客數變化，量化灰色市場對官方定價與通路利益的侵蝕速度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9683496" y="4343400"/>
            <a:ext cx="14173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683496" y="43434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Media</a:t>
            </a:r>
            <a:endParaRPr lang="en-US" sz="750" dirty="0"/>
          </a:p>
        </p:txBody>
      </p:sp>
      <p:sp>
        <p:nvSpPr>
          <p:cNvPr id="104" name="Text 102"/>
          <p:cNvSpPr/>
          <p:nvPr/>
        </p:nvSpPr>
        <p:spPr>
          <a:xfrm>
            <a:off x="9683496" y="454456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正品導流廣告：圈選「酷澎購益生菌」受眾，投放「MD醫之方官方通路正品保證×獨家贈品」廣告，將價格敏感客導回品牌可控通路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9683496" y="5212080"/>
            <a:ext cx="1417320" cy="182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683496" y="52120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▶ invos API</a:t>
            </a:r>
            <a:endParaRPr lang="en-US" sz="750" dirty="0"/>
          </a:p>
        </p:txBody>
      </p:sp>
      <p:sp>
        <p:nvSpPr>
          <p:cNvPr id="107" name="Text 105"/>
          <p:cNvSpPr/>
          <p:nvPr/>
        </p:nvSpPr>
        <p:spPr>
          <a:xfrm>
            <a:off x="9683496" y="5413248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</a:rPr>
              <a:t>官方通路會員獨家權益：在momo/91APP建立MD醫之方會員專屬積點與售後保障制度，用附加價值而非價格戰對抗水貨通路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台塑生醫MD醫之方 BCG策略建議（通路×新舊客版）</dc:title>
  <dc:subject>PptxGenJS Presentation</dc:subject>
  <dc:creator>invosData</dc:creator>
  <cp:lastModifiedBy>invosData</cp:lastModifiedBy>
  <cp:revision>1</cp:revision>
  <dcterms:created xsi:type="dcterms:W3CDTF">2026-04-08T15:57:25Z</dcterms:created>
  <dcterms:modified xsi:type="dcterms:W3CDTF">2026-04-08T15:57:25Z</dcterms:modified>
</cp:coreProperties>
</file>