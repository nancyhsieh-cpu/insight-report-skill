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>
        <p:scale>
          <a:sx n="156" d="100"/>
          <a:sy n="156" d="100"/>
        </p:scale>
        <p:origin x="144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85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96912" cy="73152"/>
          </a:xfrm>
          <a:prstGeom prst="rect">
            <a:avLst/>
          </a:prstGeom>
          <a:solidFill>
            <a:srgbClr val="F28165"/>
          </a:solidFill>
          <a:ln w="12700">
            <a:solidFill>
              <a:srgbClr val="F281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7296912" y="0"/>
            <a:ext cx="2432304" cy="73152"/>
          </a:xfrm>
          <a:prstGeom prst="rect">
            <a:avLst/>
          </a:prstGeom>
          <a:solidFill>
            <a:srgbClr val="008786"/>
          </a:solidFill>
          <a:ln w="12700">
            <a:solidFill>
              <a:srgbClr val="0087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729216" y="0"/>
            <a:ext cx="2432304" cy="73152"/>
          </a:xfrm>
          <a:prstGeom prst="rect">
            <a:avLst/>
          </a:prstGeom>
          <a:solidFill>
            <a:srgbClr val="C33B0E"/>
          </a:solidFill>
          <a:ln w="12700">
            <a:solidFill>
              <a:srgbClr val="C33B0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577840" y="2423160"/>
            <a:ext cx="54864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577840" y="3511296"/>
            <a:ext cx="146304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943600" y="3063240"/>
            <a:ext cx="2011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6217920" y="2834640"/>
            <a:ext cx="20116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6492240" y="2560320"/>
            <a:ext cx="2011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49224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33375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行動建議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96912" cy="73152"/>
          </a:xfrm>
          <a:prstGeom prst="rect">
            <a:avLst/>
          </a:prstGeom>
          <a:solidFill>
            <a:srgbClr val="F28165"/>
          </a:solidFill>
          <a:ln w="12700">
            <a:solidFill>
              <a:srgbClr val="F281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7296912" y="0"/>
            <a:ext cx="2432304" cy="73152"/>
          </a:xfrm>
          <a:prstGeom prst="rect">
            <a:avLst/>
          </a:prstGeom>
          <a:solidFill>
            <a:srgbClr val="008786"/>
          </a:solidFill>
          <a:ln w="12700">
            <a:solidFill>
              <a:srgbClr val="0087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729216" y="0"/>
            <a:ext cx="2432304" cy="73152"/>
          </a:xfrm>
          <a:prstGeom prst="rect">
            <a:avLst/>
          </a:prstGeom>
          <a:solidFill>
            <a:srgbClr val="C33B0E"/>
          </a:solidFill>
          <a:ln w="12700">
            <a:solidFill>
              <a:srgbClr val="C33B0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" y="1280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台塑生醫MD醫之方益生菌｜通路佈局 × 客群配對策略矩陣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572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2512MAT｜100+ 產品如何在對的通路找到對的人？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5120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← 客群掌握度低（不知道誰在買）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29000" y="5120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客群掌握度高（知道誰在買）→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 rot="16200000">
            <a:off x="-91440" y="1591056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</a:rPr>
              <a:t>通路規模大但成長受限 ↑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 rot="16200000">
            <a:off x="-91440" y="4315968"/>
            <a:ext cx="320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4748B"/>
                </a:solidFill>
              </a:rPr>
              <a:t>↑ 通路規模小但潛力高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2880" y="713232"/>
            <a:ext cx="3154680" cy="2926080"/>
          </a:xfrm>
          <a:prstGeom prst="rect">
            <a:avLst/>
          </a:prstGeom>
          <a:solidFill>
            <a:srgbClr val="171C2A"/>
          </a:solidFill>
          <a:ln w="19050">
            <a:solidFill>
              <a:srgbClr val="6B72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182880" y="713232"/>
            <a:ext cx="3154680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74320" y="713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🐶  酷澎：看得到人流，抓不住客人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" y="109728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1D5DB"/>
                </a:solidFill>
              </a:rPr>
              <a:t>客數暴增但「找不到對的人」的典型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855人（+3.7倍），但 RPC 僅 1,160元（momo 的 46%）。82% 是品牌新客，被低價而非品牌力吸引——放再多產品也拉不高客單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D1D5DB"/>
                </a:solidFill>
              </a:rPr>
              <a:t>水貨通路無法做產品×客群配對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品牌無法控制上架品項、定價與陳列，100+ 產品的佈局策略在此通路完全失效，且低價認知正侵蝕品牌溢價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29000" y="713232"/>
            <a:ext cx="3154680" cy="2926080"/>
          </a:xfrm>
          <a:prstGeom prst="rect">
            <a:avLst/>
          </a:prstGeom>
          <a:solidFill>
            <a:srgbClr val="101825"/>
          </a:solidFill>
          <a:ln w="1905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429000" y="713232"/>
            <a:ext cx="31546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520440" y="713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🐮  momo：最知道誰在買，但人正在走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38728" y="109728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品牌「對的人」最集中的通路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RPC 2,517元全通路最高，舊客年均 $3,243、買者全市場均消 $3,679。這裡的人願意花錢、主動搜尋，是產品線深度佈局的首選陣地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人在走：客數 -18.6%，但不是被搶走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流失 807 人中 69% 直接離開品類、僅 23% 轉買競品。問題是「買了一次就停」，不是產品不好而是沒人提醒他再買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2880" y="3730752"/>
            <a:ext cx="3154680" cy="2926080"/>
          </a:xfrm>
          <a:prstGeom prst="rect">
            <a:avLst/>
          </a:prstGeom>
          <a:solidFill>
            <a:srgbClr val="130E22"/>
          </a:solidFill>
          <a:ln w="1905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82880" y="3730752"/>
            <a:ext cx="3154680" cy="3200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274320" y="3730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❓  藥妝通路：新人一直來，但都只買一次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" y="411480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</a:rPr>
              <a:t>康是美：天然的「品牌體驗入口」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312人（+32.8%），88% 新客。但回購率僅 11.9%——通路幫你找到了新人，問題是買完就散。RPC 1,317元，同群客全市場年均花 2,416元，你只拿到 55%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4B5FD"/>
                </a:solidFill>
              </a:rPr>
              <a:t>寶雅：正在長但競品不同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份額升至 7%，競品是新普利/我的健康日記/大研生醫（非康是美的 BHK's/倍適）。不同通路的人在比較不同品牌——產品佈局不能複製貼上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3730752"/>
            <a:ext cx="3154680" cy="2926080"/>
          </a:xfrm>
          <a:prstGeom prst="rect">
            <a:avLst/>
          </a:prstGeom>
          <a:solidFill>
            <a:srgbClr val="1A1208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3429000" y="3730752"/>
            <a:ext cx="31546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520440" y="3730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⭐  舊客＋競品客：已知道是誰，能主動出擊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8728" y="411480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</a:rPr>
              <a:t>舊客：最值得被「找到」的人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人均 $2,800/年是新客 2 倍。但留存率僅 22%，60% 前期買者直接離開品類。100+ 產品的交叉銷售/產品線延伸對舊客最有效，但現在根本沒機制觸達他們</a:t>
            </a:r>
            <a:endParaRPr lang="en-US" sz="10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DE68A"/>
                </a:solidFill>
              </a:rPr>
              <a:t>競品客：可以被識別、被轉換</a:t>
            </a:r>
            <a:endParaRPr lang="en-US" sz="100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BHK's/善存為主要交叉購買品牌，發票數據可識別「同時買兩個品牌」的人——他們正在比較，你只要在對的時機推對的產品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66821" y="713232"/>
            <a:ext cx="32918" cy="5943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182880" y="3668573"/>
            <a:ext cx="6400800" cy="3291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949440" y="512064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4A3B8"/>
                </a:solidFill>
              </a:rPr>
              <a:t>通路佈局策略定位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49440" y="71323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6949440" y="713232"/>
            <a:ext cx="507492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7040880" y="71323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⭐  STAR — 讓舊客買更多、讓競品客改買你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86600" y="98755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100+ 產品的最大價值在「已認識品牌的人」身上：舊客的交叉銷售、產品線延伸，以及競品客的精準轉換。這兩群人已可識別、可觸達。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086600" y="1307592"/>
            <a:ext cx="4818888" cy="201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7086600" y="133502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關鍵數據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086600" y="150876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舊客留存率22%→30%：每提升1%等於新增一批$2,800/年高價值客，是100+產品最直接的銷售對象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競品轉換：BHK's/善存交叉買者可識別，在對的通路推對的產品（如差異化功能訴求），搶佔選牌決策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949440" y="222199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6949440" y="2221992"/>
            <a:ext cx="5074920" cy="2468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7040880" y="222199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❓  Question — 藥妝通路找到新人，但需要橋樑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086600" y="249631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康是美/寶雅幫品牌做了「品牌滲透」——88%新客證明通路能觸及新人。瓶頸是回購率12%，需要「首購→回購」的橋樑把新人導向線上。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86600" y="2816352"/>
            <a:ext cx="4818888" cy="20117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7086600" y="284378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33EA"/>
                </a:solidFill>
              </a:rPr>
              <a:t>關鍵數據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086600" y="301752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產品策略：藥妝放明星單品/試用裝→掃碼加會員→次購優惠導流momo/91APP回購，打通線下首購→線上留客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通路差異化：康是美競品=BHK's/倍適；寶雅=新普利/我的健康日記——不同通路放不同產品、打不同競品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949440" y="373075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5" name="Shape 43"/>
          <p:cNvSpPr/>
          <p:nvPr/>
        </p:nvSpPr>
        <p:spPr>
          <a:xfrm>
            <a:off x="6949440" y="3730752"/>
            <a:ext cx="507492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7040880" y="37307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🐮  Cash Cow — momo 是最該深耕的產品線陣地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86600" y="400507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momo 買者 RPC 最高（2,517元）、消費力最強（全市場均消3,679元），是放「高單價組合包/進階功能訴求品項」的首選。問題是留不住人。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086600" y="4325112"/>
            <a:ext cx="4818888" cy="2011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7086600" y="435254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C5FD"/>
                </a:solidFill>
              </a:rPr>
              <a:t>關鍵數據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086600" y="452628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產品線深度佈局：100+產品中高單價/組合包/進階功能訴求品項集中在momo，匹配高消費力客群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留客機制優先：流失主因是品類停用非競品搶奪，建立定期購+補貨提醒，留住一個舊客勝過獲五個新客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949440" y="523951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6B728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6949440" y="5239512"/>
            <a:ext cx="5074920" cy="2468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7040880" y="523951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🐶  Dogs — 酷澎有人流但無法佈局產品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086600" y="551383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水貨通路無法控制品項、定價、陳列——100+ 產品的佈局策略在此完全失效。客數暴增但客單僅 1,160 元，正在培養「MD=便宜」的認知。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086600" y="5833872"/>
            <a:ext cx="4818888" cy="20117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7086600" y="586130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CA3AF"/>
                </a:solidFill>
              </a:rPr>
              <a:t>關鍵數據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7086600" y="603504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不投入不競爭：酷澎82%新客被低價吸引，正面搶客只會拉低品牌溢價，策略重心放在主力通路留存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監測+談判：用數據量化水貨侵蝕程度，作為通路保護與品牌定價策略的協商籌碼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1371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96912" cy="73152"/>
          </a:xfrm>
          <a:prstGeom prst="rect">
            <a:avLst/>
          </a:prstGeom>
          <a:solidFill>
            <a:srgbClr val="F28165"/>
          </a:solidFill>
          <a:ln w="12700">
            <a:solidFill>
              <a:srgbClr val="F281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7296912" y="0"/>
            <a:ext cx="2432304" cy="73152"/>
          </a:xfrm>
          <a:prstGeom prst="rect">
            <a:avLst/>
          </a:prstGeom>
          <a:solidFill>
            <a:srgbClr val="008786"/>
          </a:solidFill>
          <a:ln w="12700">
            <a:solidFill>
              <a:srgbClr val="0087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729216" y="0"/>
            <a:ext cx="2432304" cy="73152"/>
          </a:xfrm>
          <a:prstGeom prst="rect">
            <a:avLst/>
          </a:prstGeom>
          <a:solidFill>
            <a:srgbClr val="C33B0E"/>
          </a:solidFill>
          <a:ln w="12700">
            <a:solidFill>
              <a:srgbClr val="C33B0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70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台塑生醫MD醫之方益生菌｜為什麼 100+ 產品還是找不到對的人？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2880" y="457200"/>
            <a:ext cx="23225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37744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momo 產品線深耕陣地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高單價 / 組合包 / 進階功能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7744" y="877824"/>
            <a:ext cx="219456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37744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🐮 Cash Cow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7744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RPC 2,517元 | 客數-18.6%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42032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542032" y="457200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596896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康是美 品牌體驗入口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96896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明星單品 / 試用裝 / 首購導流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96896" y="877824"/>
            <a:ext cx="2194560" cy="182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2596896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33EA"/>
                </a:solidFill>
              </a:rPr>
              <a:t>❓ Question Mark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596896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88%新客 | 回購率12%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901184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901184" y="457200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956048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寶雅 第二藥妝佈點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56048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差異化品項 / 打不同競品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56048" y="877824"/>
            <a:ext cx="2194560" cy="182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956048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333EA"/>
                </a:solidFill>
              </a:rPr>
              <a:t>❓ Question Mark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份額↑7% | 競品≠康是美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260336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260336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315200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舊客回購×產品延伸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15200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留存深化 / 交叉銷售 / 升級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315200" y="877824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7315200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⭐ Star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315200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留存率22% | 人均$2,800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9619488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9619488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9674352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競品客轉換×通路防守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674352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BHK's/善存/酷澎對策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674352" y="877824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9674352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9E0B"/>
                </a:solidFill>
              </a:rPr>
              <a:t>⭐ Star + 🐶 Dogs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74352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</a:rPr>
              <a:t>可識別 | 可定向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82880" y="1170432"/>
            <a:ext cx="11795760" cy="246888"/>
          </a:xfrm>
          <a:prstGeom prst="rect">
            <a:avLst/>
          </a:prstGeom>
          <a:solidFill>
            <a:srgbClr val="1F0909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274320" y="1170432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為什麼找不到對的人？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82880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256032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 客數 1,009→821 人（-18.6%），品牌份額首次跌至 7.6%——最有消費力的人正在離開，但品牌不知道是誰走了  </a:t>
            </a: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流失 807 人中 69% 完全停買益生菌——不是競品搶走，而是「買了一次就忘了」，缺乏回購觸發機制  </a:t>
            </a: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 留存率僅 20%，100+ 產品放在貨架上，但沒有機制告訴舊客「你可能還需要這個」  </a:t>
            </a: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542032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2615184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回購率 11.9%，近 9 成首購客年內不再回購——通路幫品牌找到了新人，但品牌把他們全放走了  </a:t>
            </a: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RPC 1,317元，但同群客全市場年均花 2,416元——MD 醫之方只拿到這群人 55% 的益生菌錢包份額  </a:t>
            </a: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22% 康是美買者同期買 BHK's/葡萄王/倍適——首購客還在比較，你沒有在第一次購買後建立品牌鎖定  </a:t>
            </a: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01184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4974336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寶雅競品（新普利/我的健康日記/大研生醫/善存）與康是美完全不同——同一套產品放兩個通路，等於打錯仗  </a:t>
            </a:r>
            <a:r>
              <a:rPr lang="en-US" sz="700" i="1" dirty="0">
                <a:solidFill>
                  <a:srgbClr val="64748B"/>
                </a:solidFill>
              </a:rPr>
              <a:t>報告 p.18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寶雅份額雖升至 7%，但客數基數仍小，缺乏通路專屬的品項策略與陳列差異化  </a:t>
            </a:r>
            <a:r>
              <a:rPr lang="en-US" sz="700" i="1" dirty="0">
                <a:solidFill>
                  <a:srgbClr val="64748B"/>
                </a:solidFill>
              </a:rPr>
              <a:t>報告 p.18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大研生醫在寶雅也有佈局且品牌通路佔比 38%，有自有通路承接——MD 醫之方缺乏這個閉環  </a:t>
            </a:r>
            <a:r>
              <a:rPr lang="en-US" sz="700" i="1" dirty="0">
                <a:solidFill>
                  <a:srgbClr val="64748B"/>
                </a:solidFill>
              </a:rPr>
              <a:t>報告 p.27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260336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7333488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品牌留存率僅 22%，60% 前期買者當期完全離開品類——100+ 產品的交叉銷售機會被大量浪費  </a:t>
            </a:r>
            <a:r>
              <a:rPr lang="en-US" sz="700" i="1" dirty="0">
                <a:solidFill>
                  <a:srgbClr val="64748B"/>
                </a:solidFill>
              </a:rPr>
              <a:t>報告 p.32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舊客 $2,800/年 vs 新客 $1,400/年，但舊客人數和購頻都在下滑——最高價值客群正在沉默流失  </a:t>
            </a:r>
            <a:r>
              <a:rPr lang="en-US" sz="700" i="1" dirty="0">
                <a:solidFill>
                  <a:srgbClr val="64748B"/>
                </a:solidFill>
              </a:rPr>
              <a:t>報告 p.33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品牌無任何私域觸達機制：不知道舊客是誰、不知道他們上次什麼時候買、不知道該推什麼產品給他們  </a:t>
            </a:r>
            <a:r>
              <a:rPr lang="en-US" sz="700" i="1" dirty="0">
                <a:solidFill>
                  <a:srgbClr val="64748B"/>
                </a:solidFill>
              </a:rPr>
              <a:t>報告 p.32, 33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9619488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9692640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與競品互動度偏低，BHK's 淨流入僅 +1 人、善存 -1 人——可識別的人存在，但沒有主動出擊的工具  </a:t>
            </a:r>
            <a:r>
              <a:rPr lang="en-US" sz="700" i="1" dirty="0">
                <a:solidFill>
                  <a:srgbClr val="64748B"/>
                </a:solidFill>
              </a:rPr>
              <a:t>報告 p.40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酷澎銷額佔比升至 17%，品牌通路 91APP &lt;10%——對比大研生醫品牌通路 38%，自有通路掌控力嚴重不足  </a:t>
            </a:r>
            <a:r>
              <a:rPr lang="en-US" sz="700" i="1" dirty="0">
                <a:solidFill>
                  <a:srgbClr val="64748B"/>
                </a:solidFill>
              </a:rPr>
              <a:t>報告 p.27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酷澎 82% 品牌新客被低價吸引，正在培養「MD醫之方＝便宜」認知，品牌定價秩序持續被稀釋  </a:t>
            </a:r>
            <a:r>
              <a:rPr lang="en-US" sz="700" i="1" dirty="0">
                <a:solidFill>
                  <a:srgbClr val="64748B"/>
                </a:solidFill>
              </a:rPr>
              <a:t>報告 p.44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3547872"/>
            <a:ext cx="11795760" cy="246888"/>
          </a:xfrm>
          <a:prstGeom prst="rect">
            <a:avLst/>
          </a:prstGeom>
          <a:solidFill>
            <a:srgbClr val="091F09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274320" y="3547872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如何用數據找到對的人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2880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256032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 買者全市場均消 $3,679 為各通路最高——消費力沒問題，重點是用數據找回正在離開的他們  </a:t>
            </a: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以消耗週期計算補貨時間，用罄前自動推播提醒——不是賣給他新產品，是提醒他「你該補貨了」  </a:t>
            </a: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舊客 RPC $3,243，建立定期購＋組合包機制，留存率每升 1% 的價值遠超等量新客獲取成本  </a:t>
            </a: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542032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2615184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88% 新客 = 天然的品牌滲透入口。100+ 產品不需要全上，放 1-2 支明星單品做入口即可  </a:t>
            </a: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舊客 RPC 2,562 元、購頻 2.18 次、買競品比例低——只要能讓 12% 的回購率變成 20%，價值翻倍  </a:t>
            </a: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包裝加 QR Code 導流線上：首購掃碼加會員 → 次購優惠券指定 momo/91APP → 打通首購→回購路徑  </a:t>
            </a: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01184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4974336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寶雅客群偏好與康是美不同（競品=新普利/我的健康日記/大研生醫），是測試差異化產品線的第二入口  </a:t>
            </a:r>
            <a:r>
              <a:rPr lang="en-US" sz="700" i="1" dirty="0">
                <a:solidFill>
                  <a:srgbClr val="64748B"/>
                </a:solidFill>
              </a:rPr>
              <a:t>報告 p.18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針對寶雅競品做差異化陳列：主打與新普利/我的健康日記不同的功能訴求品項，而非複製康是美策略  </a:t>
            </a:r>
            <a:r>
              <a:rPr lang="en-US" sz="700" i="1" dirty="0">
                <a:solidFill>
                  <a:srgbClr val="64748B"/>
                </a:solidFill>
              </a:rPr>
              <a:t>報告 p.18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參考大研生醫的品牌通路閉環，寶雅首購同樣導流至 91APP → 以品牌通路承接回購  </a:t>
            </a:r>
            <a:r>
              <a:rPr lang="en-US" sz="700" i="1" dirty="0">
                <a:solidFill>
                  <a:srgbClr val="64748B"/>
                </a:solidFill>
              </a:rPr>
              <a:t>報告 p.27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260336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7333488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留存率 22%→30%：每提升 1% 等於新增一批 $2,800/年客群——100+ 產品的交叉銷售在舊客身上 ROI 最高  </a:t>
            </a:r>
            <a:r>
              <a:rPr lang="en-US" sz="700" i="1" dirty="0">
                <a:solidFill>
                  <a:srgbClr val="64748B"/>
                </a:solidFill>
              </a:rPr>
              <a:t>報告 p.32, 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識別「購買 2+ 次 × 近 6 月未回購」的沉默客，精準推送「你上次買的 X，搭配 Y 效果更好」  </a:t>
            </a:r>
            <a:r>
              <a:rPr lang="en-US" sz="700" i="1" dirty="0">
                <a:solidFill>
                  <a:srgbClr val="64748B"/>
                </a:solidFill>
              </a:rPr>
              <a:t>報告 p.32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以發票數據建立客戶 RFM 分層：高頻高額客推新品試用、中頻客推回購優惠、沉默客推品類喚醒  </a:t>
            </a:r>
            <a:r>
              <a:rPr lang="en-US" sz="700" i="1" dirty="0">
                <a:solidFill>
                  <a:srgbClr val="64748B"/>
                </a:solidFill>
              </a:rPr>
              <a:t>報告 p.33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619488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2"/>
          <p:cNvSpPr/>
          <p:nvPr/>
        </p:nvSpPr>
        <p:spPr>
          <a:xfrm>
            <a:off x="9692640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BHK's/善存交叉買者可識別——他們正在比較，在對的時機推對的產品（差異化功能訴求）就能截獲  </a:t>
            </a:r>
            <a:r>
              <a:rPr lang="en-US" sz="700" i="1" dirty="0">
                <a:solidFill>
                  <a:srgbClr val="64748B"/>
                </a:solidFill>
              </a:rPr>
              <a:t>報告 p.40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以 invos API 監測酷澎交易量與定價，量化水貨侵蝕程度——不是去酷澎打仗，而是拿數據去談判  </a:t>
            </a:r>
            <a:r>
              <a:rPr lang="en-US" sz="700" i="1" dirty="0">
                <a:solidFill>
                  <a:srgbClr val="64748B"/>
                </a:solidFill>
              </a:rPr>
              <a:t>報告 p.44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提升 91APP 品牌通路佔比（目標 20%+）：設計獨家 SKU/組合包，讓「找到的人」留在自己的通路裡  </a:t>
            </a:r>
            <a:r>
              <a:rPr lang="en-US" sz="700" i="1" dirty="0">
                <a:solidFill>
                  <a:srgbClr val="64748B"/>
                </a:solidFill>
              </a:rPr>
              <a:t>報告 p.27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371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5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296912" cy="73152"/>
          </a:xfrm>
          <a:prstGeom prst="rect">
            <a:avLst/>
          </a:prstGeom>
          <a:solidFill>
            <a:srgbClr val="F28165"/>
          </a:solidFill>
          <a:ln w="12700">
            <a:solidFill>
              <a:srgbClr val="F281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7296912" y="0"/>
            <a:ext cx="2432304" cy="73152"/>
          </a:xfrm>
          <a:prstGeom prst="rect">
            <a:avLst/>
          </a:prstGeom>
          <a:solidFill>
            <a:srgbClr val="008786"/>
          </a:solidFill>
          <a:ln w="12700">
            <a:solidFill>
              <a:srgbClr val="00878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9729216" y="0"/>
            <a:ext cx="2432304" cy="73152"/>
          </a:xfrm>
          <a:prstGeom prst="rect">
            <a:avLst/>
          </a:prstGeom>
          <a:solidFill>
            <a:srgbClr val="C33B0E"/>
          </a:solidFill>
          <a:ln w="12700">
            <a:solidFill>
              <a:srgbClr val="C33B0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28600" y="91440"/>
            <a:ext cx="1170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台塑生醫MD醫之方益生菌｜通路佈局行動方案 × invosData 幫你在每個通路找到對的人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2880" y="457200"/>
            <a:ext cx="23225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237744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momo 產品線深耕陣地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高單價 / 組合包 / 進階功能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42032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542032" y="457200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2596896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康是美 品牌體驗入口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96896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明星單品 / 試用裝 / 首購導流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01184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901184" y="457200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956048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寶雅 第二藥妝佈點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6048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差異化品項 / 打不同競品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60336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7260336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315200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舊客回購×產品延伸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0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留存深化 / 交叉銷售 / 升級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619488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619488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9674352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競品客轉換×通路防守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74352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BHK's/善存/酷澎對策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82880" y="950976"/>
            <a:ext cx="11795760" cy="246888"/>
          </a:xfrm>
          <a:prstGeom prst="rect">
            <a:avLst/>
          </a:prstGeom>
          <a:solidFill>
            <a:srgbClr val="1A100A"/>
          </a:solidFill>
          <a:ln w="6350">
            <a:solidFill>
              <a:srgbClr val="F2816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274320" y="950976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8165"/>
                </a:solidFill>
              </a:rPr>
              <a:t>通路佈局行動方案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256032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 放高單價 / 組合包 / 進階功能品項：匹配 RPC $2,517 高消費力客群，100+ 產品中篩選 Top SKU 集中火力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建立定期購 + 自動補貨提醒：依消耗週期預估用罄時間 → 用罄前 7 天推播 → 不打折、只提醒，留住 $3,243/年舊客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流失客品類喚醒：針對 69% 「停買益生菌」流失客，推送品類需求內容（非折扣），重建使用習慣後再推產品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" y="2862072"/>
            <a:ext cx="100584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256032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產品配對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353312" y="2862072"/>
            <a:ext cx="100584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1353312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留客機制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42032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2615184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康是美只放 1-2 支明星單品 + 試用裝：目標不是在此賺錢，而是讓 88% 新客第一次認識 MD 醫之方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包裝加 QR Code → 掃碼加會員 → 次購優惠券指定 momo/91APP 使用：打通「藥妝首購→線上回購」橋樑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貨架策略針對 BHK's/倍適：相鄰陳列設計首購方案、試用包，在選牌比較的當下截獲猶豫中的新客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15184" y="2862072"/>
            <a:ext cx="1005840" cy="1828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2615184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首購入口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12464" y="2862072"/>
            <a:ext cx="100584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3712464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導流橋樑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901184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4974336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寶雅放與康是美不同的品項：競品是新普利/我的健康日記/大研生醫，主打不同功能訴求做差異化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參考大研生醫模式：寶雅首購同樣導流 91APP 品牌通路回購，建立「線下入口→自有通路留客」閉環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觀測寶雅份額成長軌跡：若持續提升，加碼第二藥妝陣地投入；若停滯，資源回收集中康是美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74336" y="2862072"/>
            <a:ext cx="1005840" cy="1828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4974336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差異佈點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071616" y="2862072"/>
            <a:ext cx="100584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6071616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通路測試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260336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7333488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以 RFM 分層推不同產品：高頻高額客推新品試用、中頻客推回購組合包、沉默客推品類需求喚醒內容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識別「買 A 產品的人最可能接著買 B」的交叉銷售路徑——100+ 產品的價值在舊客身上才能真正發揮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設計「連續購買 3 月」忠誠回饋：積分/會員等級制度，將嘗試型買者轉化為習慣型會員，目標留存率 22%→30%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33488" y="2862072"/>
            <a:ext cx="10058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7333488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交叉銷售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430768" y="2862072"/>
            <a:ext cx="100584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8430768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私域經營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9619488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9692640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圈選「BHK's/善存×MD醫之方」交叉買者 → 定向投放差異化廣告 → 在選牌比較窗口推對的產品截獲轉換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酷澎不投入不競爭：82% 低價新客無法靠產品佈局解決，策略重心放在主力通路留存而非酷澎搶客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91APP 品牌通路佈局獨家 SKU/組合包（目標佔比 20%+）：讓找到的人留在自己的通路裡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692640" y="2862072"/>
            <a:ext cx="10058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9692640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精準轉換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789920" y="2862072"/>
            <a:ext cx="100584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Text 55"/>
          <p:cNvSpPr/>
          <p:nvPr/>
        </p:nvSpPr>
        <p:spPr>
          <a:xfrm>
            <a:off x="10789920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通路防守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82880" y="3136392"/>
            <a:ext cx="11795760" cy="246888"/>
          </a:xfrm>
          <a:prstGeom prst="rect">
            <a:avLst/>
          </a:prstGeom>
          <a:solidFill>
            <a:srgbClr val="090F0D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274320" y="3136392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</a:rPr>
              <a:t>▶  invosData 幫你在每個通路找到對的人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82880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9"/>
          <p:cNvSpPr/>
          <p:nvPr/>
        </p:nvSpPr>
        <p:spPr>
          <a:xfrm>
            <a:off x="246888" y="347472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246888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246888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momo 客群月報：追蹤 MD 醫之方在 momo 各 SKU 的銷售與客群輪廓變化，識別哪些產品賣給哪些人、哪些人正在流失，作為 100+ 產品上下架依據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46888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246888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246888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品類喚醒×產品推薦：圈選「momo 購 MD 醫之方×近 3 月未回購」受眾，投放品類需求喚醒內容＋個人化產品推薦，精準觸達正在沉默的高價值客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246888" y="521208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6"/>
          <p:cNvSpPr/>
          <p:nvPr/>
        </p:nvSpPr>
        <p:spPr>
          <a:xfrm>
            <a:off x="246888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246888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回購自動化引擎：首購後自動加入會員→消耗週期預估→補貨提醒推播→組合包升級建議，全程個人化私域經營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542032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Shape 69"/>
          <p:cNvSpPr/>
          <p:nvPr/>
        </p:nvSpPr>
        <p:spPr>
          <a:xfrm>
            <a:off x="2606040" y="347472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70"/>
          <p:cNvSpPr/>
          <p:nvPr/>
        </p:nvSpPr>
        <p:spPr>
          <a:xfrm>
            <a:off x="2606040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2606040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康是美競品追蹤：追蹤 BHK's/倍適在康是美的銷額與新客人流變化，量化競品動態作為貨架陳列與明星單品選擇依據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606040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Text 73"/>
          <p:cNvSpPr/>
          <p:nvPr/>
        </p:nvSpPr>
        <p:spPr>
          <a:xfrm>
            <a:off x="2606040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2606040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藥妝新客精準觸及：圈選「康是美購保健品但未購益生菌」的潛在首購客，投放 MD 醫之方入門品項體驗廣告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2606040" y="521208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Text 76"/>
          <p:cNvSpPr/>
          <p:nvPr/>
        </p:nvSpPr>
        <p:spPr>
          <a:xfrm>
            <a:off x="2606040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2606040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首購→回購橋樑系統：康是美掃碼加會員→次購優惠導流 momo/91APP→打通線下首購→線上留客路徑，一次串接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901184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1" name="Shape 79"/>
          <p:cNvSpPr/>
          <p:nvPr/>
        </p:nvSpPr>
        <p:spPr>
          <a:xfrm>
            <a:off x="4965192" y="347472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Text 80"/>
          <p:cNvSpPr/>
          <p:nvPr/>
        </p:nvSpPr>
        <p:spPr>
          <a:xfrm>
            <a:off x="4965192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4965192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寶雅通路洞察：追蹤新普利/我的健康日記/大研生醫在寶雅表現，識別差異化品項機會——告訴你這個通路的人在比較什麼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965192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Text 83"/>
          <p:cNvSpPr/>
          <p:nvPr/>
        </p:nvSpPr>
        <p:spPr>
          <a:xfrm>
            <a:off x="4965192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4965192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差異化產品曝光：針對寶雅客群偏好投放與康是美不同的功能訴求品項廣告，避免同一套打法兩個通路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965192" y="521208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Text 86"/>
          <p:cNvSpPr/>
          <p:nvPr/>
        </p:nvSpPr>
        <p:spPr>
          <a:xfrm>
            <a:off x="4965192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4965192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寶雅→91APP 導流：寶雅首購同樣啟動會員路徑，導流品牌通路回購，建立第二藥妝入口的閉環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260336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Shape 89"/>
          <p:cNvSpPr/>
          <p:nvPr/>
        </p:nvSpPr>
        <p:spPr>
          <a:xfrm>
            <a:off x="7324344" y="347472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Text 90"/>
          <p:cNvSpPr/>
          <p:nvPr/>
        </p:nvSpPr>
        <p:spPr>
          <a:xfrm>
            <a:off x="7324344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7324344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RFM 分層×交叉銷售引擎：以發票數據建立客戶分層，自動推薦「買 A 的人最可能接著買 B」的產品路徑——100+ 產品的價值靠這個釋放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324344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Text 93"/>
          <p:cNvSpPr/>
          <p:nvPr/>
        </p:nvSpPr>
        <p:spPr>
          <a:xfrm>
            <a:off x="7324344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7324344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沉默客精準喚醒：圈選「2+ 次購買×近 6 月未回購」受眾，投放個人化產品推薦廣告，量化喚醒帶動的回購 ROAS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324344" y="521208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Text 96"/>
          <p:cNvSpPr/>
          <p:nvPr/>
        </p:nvSpPr>
        <p:spPr>
          <a:xfrm>
            <a:off x="7324344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7324344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留存漏斗分析：追蹤首購→2 購→3 購各階段轉化率與產品路徑，識別流失高峰點，持續優化交叉銷售推薦邏輯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9619488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Shape 99"/>
          <p:cNvSpPr/>
          <p:nvPr/>
        </p:nvSpPr>
        <p:spPr>
          <a:xfrm>
            <a:off x="9683496" y="347472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Text 100"/>
          <p:cNvSpPr/>
          <p:nvPr/>
        </p:nvSpPr>
        <p:spPr>
          <a:xfrm>
            <a:off x="9683496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9683496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競品客流動追蹤：量化 BHK's/善存買家中曾購 MD 醫之方比例，識別可轉換客規模及偏好產品——告訴你該推什麼給這群人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9683496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Text 103"/>
          <p:cNvSpPr/>
          <p:nvPr/>
        </p:nvSpPr>
        <p:spPr>
          <a:xfrm>
            <a:off x="9683496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106" name="Text 104"/>
          <p:cNvSpPr/>
          <p:nvPr/>
        </p:nvSpPr>
        <p:spPr>
          <a:xfrm>
            <a:off x="9683496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競品交叉買者截獲：圈選「購 BHK's/善存 × 同期購 MD 醫之方」受眾，定向投放差異化功能訴求轉換廣告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9683496" y="521208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Text 106"/>
          <p:cNvSpPr/>
          <p:nvPr/>
        </p:nvSpPr>
        <p:spPr>
          <a:xfrm>
            <a:off x="9683496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9683496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</a:rPr>
              <a:t>酷澎水貨偵測×品牌通路獨家品項：監測酷澎交易量作為談判籌碼，同時以 91APP 獨家 SKU 建立「找到的人留在自己通路」閉環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1371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1564</Words>
  <Application>Microsoft Macintosh PowerPoint</Application>
  <PresentationFormat>寬螢幕</PresentationFormat>
  <Paragraphs>182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台塑生醫MD醫之方 BCG策略建議（通路佈局×找對的人）</dc:title>
  <dc:subject>PptxGenJS Presentation</dc:subject>
  <dc:creator>invosData</dc:creator>
  <cp:lastModifiedBy>千雅 袁</cp:lastModifiedBy>
  <cp:revision>1</cp:revision>
  <dcterms:created xsi:type="dcterms:W3CDTF">2026-04-09T17:34:30Z</dcterms:created>
  <dcterms:modified xsi:type="dcterms:W3CDTF">2026-04-09T18:05:06Z</dcterms:modified>
</cp:coreProperties>
</file>